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2.xml" ContentType="application/vnd.openxmlformats-officedocument.them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5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51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5117" r:id="rId4"/>
    <p:sldMasterId id="2147485189" r:id="rId5"/>
  </p:sldMasterIdLst>
  <p:notesMasterIdLst>
    <p:notesMasterId r:id="rId14"/>
  </p:notesMasterIdLst>
  <p:handoutMasterIdLst>
    <p:handoutMasterId r:id="rId15"/>
  </p:handoutMasterIdLst>
  <p:sldIdLst>
    <p:sldId id="276" r:id="rId6"/>
    <p:sldId id="2147480382" r:id="rId7"/>
    <p:sldId id="267" r:id="rId8"/>
    <p:sldId id="299" r:id="rId9"/>
    <p:sldId id="2147480378" r:id="rId10"/>
    <p:sldId id="2147480384" r:id="rId11"/>
    <p:sldId id="279" r:id="rId12"/>
    <p:sldId id="2147480370" r:id="rId13"/>
  </p:sldIdLst>
  <p:sldSz cx="12192000" cy="6858000"/>
  <p:notesSz cx="6950075" cy="9236075"/>
  <p:custShowLst>
    <p:custShow name="Format Guide Workshop" id="0">
      <p:sldLst/>
    </p:custShow>
  </p:custShowLst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158C909-4908-3E4C-916D-5FB90076492E}">
          <p14:sldIdLst>
            <p14:sldId id="276"/>
            <p14:sldId id="2147480382"/>
            <p14:sldId id="267"/>
            <p14:sldId id="299"/>
            <p14:sldId id="2147480378"/>
            <p14:sldId id="2147480384"/>
          </p14:sldIdLst>
        </p14:section>
        <p14:section name="Annexes" id="{1600A9FF-2DBE-0043-8E01-1E99EF15D531}">
          <p14:sldIdLst>
            <p14:sldId id="279"/>
          </p14:sldIdLst>
        </p14:section>
        <p14:section name="Unused slides" id="{744CD2CF-1CFD-A542-831C-CA43A69D2FBB}">
          <p14:sldIdLst>
            <p14:sldId id="2147480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0000"/>
    <a:srgbClr val="F2F2F2"/>
    <a:srgbClr val="F3FD95"/>
    <a:srgbClr val="FCE5E0"/>
    <a:srgbClr val="F59D8B"/>
    <a:srgbClr val="F16F55"/>
    <a:srgbClr val="FF6600"/>
    <a:srgbClr val="CDDB70"/>
    <a:srgbClr val="00B050"/>
    <a:srgbClr val="FCE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9"/>
    <p:restoredTop sz="97150"/>
  </p:normalViewPr>
  <p:slideViewPr>
    <p:cSldViewPr snapToGrid="0">
      <p:cViewPr varScale="1">
        <p:scale>
          <a:sx n="215" d="100"/>
          <a:sy n="215" d="100"/>
        </p:scale>
        <p:origin x="108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70" y="3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5/21/26</a:t>
            </a:fld>
            <a:endParaRPr lang="en-US"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772671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70" y="8772671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‹Nº›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4410720"/>
            <a:ext cx="6948467" cy="482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92" tIns="46246" rIns="92492" bIns="46246" rtlCol="0" anchor="ctr"/>
          <a:lstStyle/>
          <a:p>
            <a:pPr algn="ctr"/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2427" y="3"/>
            <a:ext cx="2929274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6103" y="575009"/>
            <a:ext cx="6620256" cy="3724113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2427" y="8744096"/>
            <a:ext cx="2929274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</a:defRPr>
            </a:lvl1pPr>
          </a:lstStyle>
          <a:p>
            <a:fld id="{F2C7CF5F-7CF3-4DF3-838A-EE34544862CC}" type="datetimeFigureOut">
              <a:rPr lang="en-US" smtClean="0"/>
              <a:pPr/>
              <a:t>5/21/26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10" userDrawn="1">
          <p15:clr>
            <a:srgbClr val="F26B43"/>
          </p15:clr>
        </p15:guide>
        <p15:guide id="2" pos="218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ED875-7CA7-4683-B586-34E1A4A09D12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57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B79BE-CF36-E822-1D7F-FAE2F037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C09672-D506-12BA-B33F-62643D447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32CDDD-9952-88C8-B75C-7EF2B5A45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4BD8A8-2802-C7A5-508F-147D8D33A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70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0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ED875-7CA7-4683-B586-34E1A4A09D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3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8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9.sv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8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svg"/><Relationship Id="rId5" Type="http://schemas.openxmlformats.org/officeDocument/2006/relationships/image" Target="../media/image16.png"/><Relationship Id="rId4" Type="http://schemas.openxmlformats.org/officeDocument/2006/relationships/image" Target="../media/image1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8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8.emf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8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8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8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8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4" Type="http://schemas.openxmlformats.org/officeDocument/2006/relationships/image" Target="../media/image8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4" Type="http://schemas.openxmlformats.org/officeDocument/2006/relationships/image" Target="../media/image8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14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Relationship Id="rId6" Type="http://schemas.openxmlformats.org/officeDocument/2006/relationships/image" Target="../media/image9.sv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Relationship Id="rId4" Type="http://schemas.openxmlformats.org/officeDocument/2006/relationships/image" Target="../media/image8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Relationship Id="rId6" Type="http://schemas.openxmlformats.org/officeDocument/2006/relationships/image" Target="../media/image10.svg"/><Relationship Id="rId5" Type="http://schemas.openxmlformats.org/officeDocument/2006/relationships/image" Target="../media/image16.png"/><Relationship Id="rId4" Type="http://schemas.openxmlformats.org/officeDocument/2006/relationships/image" Target="../media/image3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4" Type="http://schemas.openxmlformats.org/officeDocument/2006/relationships/image" Target="../media/image8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4" Type="http://schemas.openxmlformats.org/officeDocument/2006/relationships/image" Target="../media/image8.emf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59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4" Type="http://schemas.openxmlformats.org/officeDocument/2006/relationships/image" Target="../media/image8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0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5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Relationship Id="rId4" Type="http://schemas.openxmlformats.org/officeDocument/2006/relationships/image" Target="../media/image1.emf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emf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5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9.xml"/><Relationship Id="rId4" Type="http://schemas.openxmlformats.org/officeDocument/2006/relationships/image" Target="../media/image8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0.xml"/><Relationship Id="rId4" Type="http://schemas.openxmlformats.org/officeDocument/2006/relationships/image" Target="../media/image8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1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2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3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4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5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6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7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8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9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0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1.xml"/><Relationship Id="rId6" Type="http://schemas.openxmlformats.org/officeDocument/2006/relationships/image" Target="../media/image9.sv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2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3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4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5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6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7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8.xml"/><Relationship Id="rId4" Type="http://schemas.openxmlformats.org/officeDocument/2006/relationships/image" Target="../media/image8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9.xml"/><Relationship Id="rId6" Type="http://schemas.openxmlformats.org/officeDocument/2006/relationships/image" Target="../media/image10.svg"/><Relationship Id="rId5" Type="http://schemas.openxmlformats.org/officeDocument/2006/relationships/image" Target="../media/image16.png"/><Relationship Id="rId4" Type="http://schemas.openxmlformats.org/officeDocument/2006/relationships/image" Target="../media/image14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0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4" Type="http://schemas.openxmlformats.org/officeDocument/2006/relationships/image" Target="../media/image8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4" Type="http://schemas.openxmlformats.org/officeDocument/2006/relationships/image" Target="../media/image8.emf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98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4" Type="http://schemas.openxmlformats.org/officeDocument/2006/relationships/image" Target="../media/image8.emf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5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7.sv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8.xml"/><Relationship Id="rId4" Type="http://schemas.openxmlformats.org/officeDocument/2006/relationships/image" Target="../media/image8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9.xml"/><Relationship Id="rId4" Type="http://schemas.openxmlformats.org/officeDocument/2006/relationships/image" Target="../media/image8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0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1.xml"/><Relationship Id="rId4" Type="http://schemas.openxmlformats.org/officeDocument/2006/relationships/image" Target="../media/image8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2.xml"/><Relationship Id="rId4" Type="http://schemas.openxmlformats.org/officeDocument/2006/relationships/image" Target="../media/image8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6" Type="http://schemas.openxmlformats.org/officeDocument/2006/relationships/image" Target="../media/image9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8.emf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14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1.xml"/><Relationship Id="rId6" Type="http://schemas.openxmlformats.org/officeDocument/2006/relationships/image" Target="../media/image9.svg"/><Relationship Id="rId5" Type="http://schemas.openxmlformats.org/officeDocument/2006/relationships/image" Target="../media/image15.png"/><Relationship Id="rId4" Type="http://schemas.openxmlformats.org/officeDocument/2006/relationships/image" Target="../media/image8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2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3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4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5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6.xml"/><Relationship Id="rId6" Type="http://schemas.openxmlformats.org/officeDocument/2006/relationships/image" Target="../media/image10.svg"/><Relationship Id="rId5" Type="http://schemas.openxmlformats.org/officeDocument/2006/relationships/image" Target="../media/image13.png"/><Relationship Id="rId4" Type="http://schemas.openxmlformats.org/officeDocument/2006/relationships/image" Target="../media/image8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7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8.xml"/><Relationship Id="rId4" Type="http://schemas.openxmlformats.org/officeDocument/2006/relationships/image" Target="../media/image8.emf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9.xml"/><Relationship Id="rId6" Type="http://schemas.openxmlformats.org/officeDocument/2006/relationships/image" Target="../media/image10.svg"/><Relationship Id="rId5" Type="http://schemas.openxmlformats.org/officeDocument/2006/relationships/image" Target="../media/image16.png"/><Relationship Id="rId4" Type="http://schemas.openxmlformats.org/officeDocument/2006/relationships/image" Target="../media/image3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0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1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8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Relationship Id="rId5" Type="http://schemas.openxmlformats.org/officeDocument/2006/relationships/image" Target="../media/image10.svg"/><Relationship Id="rId4" Type="http://schemas.openxmlformats.org/officeDocument/2006/relationships/image" Target="../media/image8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3.xml"/><Relationship Id="rId4" Type="http://schemas.openxmlformats.org/officeDocument/2006/relationships/image" Target="../media/image8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4.xml"/><Relationship Id="rId4" Type="http://schemas.openxmlformats.org/officeDocument/2006/relationships/image" Target="../media/image8.emf"/></Relationships>
</file>

<file path=ppt/slideLayouts/_rels/slideLayout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28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6.xml"/><Relationship Id="rId4" Type="http://schemas.openxmlformats.org/officeDocument/2006/relationships/image" Target="../media/image8.emf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10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0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9.xml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0.xml"/><Relationship Id="rId5" Type="http://schemas.openxmlformats.org/officeDocument/2006/relationships/image" Target="../media/image10.svg"/><Relationship Id="rId4" Type="http://schemas.openxmlformats.org/officeDocument/2006/relationships/image" Target="../media/image1.emf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1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4.bin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4.xml"/><Relationship Id="rId4" Type="http://schemas.openxmlformats.org/officeDocument/2006/relationships/image" Target="../media/image1.emf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5.xml"/><Relationship Id="rId4" Type="http://schemas.openxmlformats.org/officeDocument/2006/relationships/image" Target="../media/image1.emf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6.xml"/><Relationship Id="rId6" Type="http://schemas.openxmlformats.org/officeDocument/2006/relationships/image" Target="../media/image10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Relationship Id="rId6" Type="http://schemas.openxmlformats.org/officeDocument/2006/relationships/image" Target="../media/image9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39.bin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34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Forma libre: forma 18">
            <a:extLst>
              <a:ext uri="{FF2B5EF4-FFF2-40B4-BE49-F238E27FC236}">
                <a16:creationId xmlns:a16="http://schemas.microsoft.com/office/drawing/2014/main" id="{7FE308E0-D81F-4DB2-8F22-D6C937466584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7" name="Picture 2" descr="Resultado de imagen de DJSI Member Log">
            <a:extLst>
              <a:ext uri="{FF2B5EF4-FFF2-40B4-BE49-F238E27FC236}">
                <a16:creationId xmlns:a16="http://schemas.microsoft.com/office/drawing/2014/main" id="{17557D72-9B93-4AA2-8A14-2F1F3C2D63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9">
            <a:extLst>
              <a:ext uri="{FF2B5EF4-FFF2-40B4-BE49-F238E27FC236}">
                <a16:creationId xmlns:a16="http://schemas.microsoft.com/office/drawing/2014/main" id="{196AAF2A-759F-4ED8-91EA-C09C2EE16E88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23" name="Imagen 21" descr="Imagen relacionada">
              <a:extLst>
                <a:ext uri="{FF2B5EF4-FFF2-40B4-BE49-F238E27FC236}">
                  <a16:creationId xmlns:a16="http://schemas.microsoft.com/office/drawing/2014/main" id="{09994C99-AF3A-43DF-B34D-9377C442FE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DDF514C2-91E9-4E60-9CDB-B206F0D352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Forma libre: forma 30">
            <a:extLst>
              <a:ext uri="{FF2B5EF4-FFF2-40B4-BE49-F238E27FC236}">
                <a16:creationId xmlns:a16="http://schemas.microsoft.com/office/drawing/2014/main" id="{6B162926-3FE5-422F-82C4-76F34E02DEC1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28" name="Gráfico 11">
            <a:extLst>
              <a:ext uri="{FF2B5EF4-FFF2-40B4-BE49-F238E27FC236}">
                <a16:creationId xmlns:a16="http://schemas.microsoft.com/office/drawing/2014/main" id="{DAAB6F93-1958-433A-BDCF-4DA96052FB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E9EB4F3-84B8-41E9-8132-99B6FA2A7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721745" y="1096485"/>
            <a:ext cx="4934308" cy="1407004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algn="l">
              <a:lnSpc>
                <a:spcPct val="93000"/>
              </a:lnSpc>
              <a:defRPr sz="4600" baseline="0">
                <a:solidFill>
                  <a:srgbClr val="FF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D97D63B5-0C6E-4716-876F-5CEB9F8999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24620" y="2722142"/>
            <a:ext cx="4934309" cy="243645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51518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3400958-F1B6-486E-B971-EBA46AAAC5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109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3400958-F1B6-486E-B971-EBA46AAAC5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F595605-927E-4A98-B6EC-DBE34A519D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16573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D25079-A4AF-4400-A203-42E466D9F0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4137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AD25079-A4AF-4400-A203-42E466D9F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0" y="2075543"/>
            <a:ext cx="11263080" cy="40798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535146A9-55D9-479F-B88D-DF8164B1E4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27300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D3B9CCE-C23C-4B5C-B0A0-EF07764266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7145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D3B9CCE-C23C-4B5C-B0A0-EF07764266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363993" y="1544274"/>
            <a:ext cx="3718407" cy="1495794"/>
          </a:xfrm>
        </p:spPr>
        <p:txBody>
          <a:bodyPr vert="horz" wrap="square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6" name="Gráfico 10">
            <a:extLst>
              <a:ext uri="{FF2B5EF4-FFF2-40B4-BE49-F238E27FC236}">
                <a16:creationId xmlns:a16="http://schemas.microsoft.com/office/drawing/2014/main" id="{001EC57D-BB43-486D-971D-60B75478FF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40ECE2F-96B8-457C-9993-567E7D65D5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11573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40ECE2F-96B8-457C-9993-567E7D65D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FA9F4F7-C5C8-45E9-AFFC-83822824D12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565A961C-02B5-4262-8A6C-1D2551756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2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11B35-7296-4A32-87CA-5A6DE84866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626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11B35-7296-4A32-87CA-5A6DE84866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464460" y="3826800"/>
            <a:ext cx="11263080" cy="2041200"/>
          </a:xfrm>
        </p:spPr>
        <p:txBody>
          <a:bodyPr vert="horz" lIns="0" tIns="0" rIns="0" bIns="0"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464460" y="3680016"/>
            <a:ext cx="11730742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3C85A7C-51DE-4BDE-BF2B-0AC2A731DB6F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9" name="Gráfico 10">
            <a:extLst>
              <a:ext uri="{FF2B5EF4-FFF2-40B4-BE49-F238E27FC236}">
                <a16:creationId xmlns:a16="http://schemas.microsoft.com/office/drawing/2014/main" id="{9D333358-1DC3-4741-B873-53BC1495A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5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B58A6A7-FA04-449B-BF41-79DB0AD40C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4783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B58A6A7-FA04-449B-BF41-79DB0AD40C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603F690-ECB8-4D67-BC80-2686BF801D6D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922AD3E7-36B3-4668-BFD6-2524809F7B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3C33094-381F-45CD-893C-6DE67AC234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3370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3C33094-381F-45CD-893C-6DE67AC23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2807" cy="51398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95FFFDC-E8E5-461F-A5A8-30E732BAADD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2" name="Gráfico 10">
            <a:extLst>
              <a:ext uri="{FF2B5EF4-FFF2-40B4-BE49-F238E27FC236}">
                <a16:creationId xmlns:a16="http://schemas.microsoft.com/office/drawing/2014/main" id="{653E0F08-53B3-4E5A-8B66-5079C27222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6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FD1D1E-5C4A-4324-90FE-D43AF2E88B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433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FD1D1E-5C4A-4324-90FE-D43AF2E88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A430361-CE8D-4EF1-9FF0-28F23391716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71B0CE5E-4F0C-457F-80D3-F3F8D140D6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9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9F5575-5832-4BF4-ADFE-D18D47837A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2455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9F5575-5832-4BF4-ADFE-D18D47837A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363993" y="1785600"/>
            <a:ext cx="4654407" cy="3286800"/>
          </a:xfrm>
          <a:prstGeom prst="rect">
            <a:avLst/>
          </a:prstGeom>
          <a:noFill/>
        </p:spPr>
        <p:txBody>
          <a:bodyPr vert="horz" wrap="square" lIns="91440" tIns="45720" rIns="320040" bIns="4572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C2BD534-594D-47E5-B410-C977013CA6E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2" name="Gráfico 10">
            <a:extLst>
              <a:ext uri="{FF2B5EF4-FFF2-40B4-BE49-F238E27FC236}">
                <a16:creationId xmlns:a16="http://schemas.microsoft.com/office/drawing/2014/main" id="{BE57DA90-205C-4B1C-B7C2-3C5874F311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2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2E80E5-AF90-467B-B9B7-5F8A464822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51563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2E80E5-AF90-467B-B9B7-5F8A46482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363993" y="1804650"/>
            <a:ext cx="6513559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E92FF58-785F-40D0-A09E-58515D4FA67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C0C9149E-46DD-468E-9B5F-4F6A995362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A5D0BD4-7F68-4EB0-9121-1D8F429632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0522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A5D0BD4-7F68-4EB0-9121-1D8F42963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A25C555-BD9C-42E9-A8C2-D97554E7A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A5A06368-CF23-48ED-A864-7A7B56646DB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6" name="Gráfico 10">
            <a:extLst>
              <a:ext uri="{FF2B5EF4-FFF2-40B4-BE49-F238E27FC236}">
                <a16:creationId xmlns:a16="http://schemas.microsoft.com/office/drawing/2014/main" id="{FEC532FC-00EE-488A-A45B-27C010972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136896A-3E29-433E-8AF6-BCB409E28D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19716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136896A-3E29-433E-8AF6-BCB409E28D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 anchorCtr="0">
            <a:noAutofit/>
          </a:bodyPr>
          <a:lstStyle>
            <a:lvl1pPr>
              <a:defRPr sz="2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7DDE41AC-0D78-4C72-85DD-999F04D39E43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6FF9B0A9-84BE-4593-B253-56194A82C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28860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2CBF43E-332A-491B-9ADF-7524124C5593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01818649-836D-4DC1-AE97-90829423F5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636CB50-FA1B-4FDD-A974-2251794F7F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0604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636CB50-FA1B-4FDD-A974-2251794F7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64377D0-E6C5-4C97-81C9-D49471AA8825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A64AF0A9-5166-473A-8E0D-2E56BC3F97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32FA692-5C9F-4FE5-9FF9-1465CB2D4A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6439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32FA692-5C9F-4FE5-9FF9-1465CB2D4A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4939653" cy="513982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275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en-US" sz="2200" kern="1200" dirty="0">
                <a:solidFill>
                  <a:srgbClr val="458FA3"/>
                </a:solidFill>
                <a:latin typeface="Santander Headline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73247E4-EB0A-4A20-A593-1F73E007184F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1" name="Gráfico 10">
            <a:extLst>
              <a:ext uri="{FF2B5EF4-FFF2-40B4-BE49-F238E27FC236}">
                <a16:creationId xmlns:a16="http://schemas.microsoft.com/office/drawing/2014/main" id="{43E82DAE-EBAC-4FBD-8FF6-D1F93C7399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7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6D0871-1A22-4976-97AA-1C53B632AA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1660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6D0871-1A22-4976-97AA-1C53B632A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4939653" cy="51398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0AD5CE1-C373-44B5-84F1-7E13AD863383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1" name="Gráfico 10">
            <a:extLst>
              <a:ext uri="{FF2B5EF4-FFF2-40B4-BE49-F238E27FC236}">
                <a16:creationId xmlns:a16="http://schemas.microsoft.com/office/drawing/2014/main" id="{B9A3D3E9-CD02-4394-8FA7-96B87B703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58B1872-8E7B-48BF-A9BB-F7DF486499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3702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58B1872-8E7B-48BF-A9BB-F7DF486499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2807" cy="51398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/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812D372-DB3C-41EE-91C9-67533A016F7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0D5FE38A-F7AE-4F49-B2C2-ECF0D6EEBA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77E1878-50A1-45C4-A226-395DE6223F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4522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77E1878-50A1-45C4-A226-395DE6223F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2807" cy="51398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8F72BA9-A67A-46BF-BFAB-8D19A962C5A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2" name="Gráfico 10">
            <a:extLst>
              <a:ext uri="{FF2B5EF4-FFF2-40B4-BE49-F238E27FC236}">
                <a16:creationId xmlns:a16="http://schemas.microsoft.com/office/drawing/2014/main" id="{72439B72-6564-4508-A62E-5AB60D7E59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6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CC99D05-42E2-48F4-9989-2D138424FE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1500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CC99D05-42E2-48F4-9989-2D138424F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5160514-17D3-49F1-A067-41F37C1DB6C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2" name="Gráfico 10">
            <a:extLst>
              <a:ext uri="{FF2B5EF4-FFF2-40B4-BE49-F238E27FC236}">
                <a16:creationId xmlns:a16="http://schemas.microsoft.com/office/drawing/2014/main" id="{0FE801CA-B579-414F-9D53-03D6CBA779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A4BA606-AB10-41CB-8355-4B096C156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1331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A4BA606-AB10-41CB-8355-4B096C156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464460" y="625475"/>
            <a:ext cx="932688" cy="932688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FF5D5D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796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7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71273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EB000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634C699-A57D-4324-9E7F-2C49231B075E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9" name="Gráfico 10">
            <a:extLst>
              <a:ext uri="{FF2B5EF4-FFF2-40B4-BE49-F238E27FC236}">
                <a16:creationId xmlns:a16="http://schemas.microsoft.com/office/drawing/2014/main" id="{917058B6-8FD2-4275-A149-DEBC2B9F3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7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6E55090-B7BB-4FF6-ADED-E2C942C7EB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154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6E55090-B7BB-4FF6-ADED-E2C942C7EB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04E739-BE4D-4804-9560-2D3D0FB9AA9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5" name="Gráfico 10">
            <a:extLst>
              <a:ext uri="{FF2B5EF4-FFF2-40B4-BE49-F238E27FC236}">
                <a16:creationId xmlns:a16="http://schemas.microsoft.com/office/drawing/2014/main" id="{167DAFD7-7098-4887-835C-CD0697D7E3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7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0E8DDFD-28AD-43B6-999D-8F041BBA5B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8989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0E8DDFD-28AD-43B6-999D-8F041BBA5B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425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B83331-C4D2-4383-96A5-16045608BE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893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B83331-C4D2-4383-96A5-16045608BE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C4E39D-430A-40A7-A39D-6600D44331BB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D2DFDC0-A933-4641-AC36-D4245E85D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1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F46967A-E06A-41E6-8EE6-73702C5F80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510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F46967A-E06A-41E6-8EE6-73702C5F8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FB475-A0A0-4975-9201-9D57C845C3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1826" y="1802755"/>
            <a:ext cx="6209072" cy="3046988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639044" y="2966151"/>
            <a:ext cx="3199529" cy="7201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>
                <a:gradFill>
                  <a:gsLst>
                    <a:gs pos="100000">
                      <a:schemeClr val="tx2"/>
                    </a:gs>
                    <a:gs pos="2000">
                      <a:schemeClr val="accent2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67898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49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606853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2F1B35-CE73-4F7F-8531-B99335DEC63E}"/>
              </a:ext>
            </a:extLst>
          </p:cNvPr>
          <p:cNvSpPr/>
          <p:nvPr userDrawn="1"/>
        </p:nvSpPr>
        <p:spPr>
          <a:xfrm>
            <a:off x="820237" y="3464159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1" name="Forma libre: forma 18">
            <a:extLst>
              <a:ext uri="{FF2B5EF4-FFF2-40B4-BE49-F238E27FC236}">
                <a16:creationId xmlns:a16="http://schemas.microsoft.com/office/drawing/2014/main" id="{38503585-0A69-48A7-AA31-6361439FB922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2" name="Picture 2" descr="Resultado de imagen de DJSI Member Log">
            <a:extLst>
              <a:ext uri="{FF2B5EF4-FFF2-40B4-BE49-F238E27FC236}">
                <a16:creationId xmlns:a16="http://schemas.microsoft.com/office/drawing/2014/main" id="{A876A7B0-CFA8-49C0-ADBB-1741347DC4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upo 19">
            <a:extLst>
              <a:ext uri="{FF2B5EF4-FFF2-40B4-BE49-F238E27FC236}">
                <a16:creationId xmlns:a16="http://schemas.microsoft.com/office/drawing/2014/main" id="{1BFD6B57-0A3C-45ED-8C28-EFB2077CB374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14" name="Imagen 21" descr="Imagen relacionada">
              <a:extLst>
                <a:ext uri="{FF2B5EF4-FFF2-40B4-BE49-F238E27FC236}">
                  <a16:creationId xmlns:a16="http://schemas.microsoft.com/office/drawing/2014/main" id="{951B84BA-1D4D-42C1-89E7-19399F42A65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Imagen 23" descr="Imagen relacionada">
              <a:extLst>
                <a:ext uri="{FF2B5EF4-FFF2-40B4-BE49-F238E27FC236}">
                  <a16:creationId xmlns:a16="http://schemas.microsoft.com/office/drawing/2014/main" id="{9BEF0073-815D-44CC-BC2B-922C398BA8C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CuadroTexto 27">
            <a:extLst>
              <a:ext uri="{FF2B5EF4-FFF2-40B4-BE49-F238E27FC236}">
                <a16:creationId xmlns:a16="http://schemas.microsoft.com/office/drawing/2014/main" id="{1AB8CED5-7232-40B4-958C-13BE54972DF9}"/>
              </a:ext>
            </a:extLst>
          </p:cNvPr>
          <p:cNvSpPr txBox="1"/>
          <p:nvPr userDrawn="1"/>
        </p:nvSpPr>
        <p:spPr>
          <a:xfrm>
            <a:off x="721507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>
                <a:solidFill>
                  <a:srgbClr val="EC0000"/>
                </a:solidFill>
                <a:latin typeface="Santander Text" panose="020B0504020201020104" pitchFamily="34" charset="0"/>
              </a:rPr>
              <a:t>Thank You.</a:t>
            </a:r>
          </a:p>
        </p:txBody>
      </p:sp>
      <p:sp>
        <p:nvSpPr>
          <p:cNvPr id="18" name="Forma libre: forma 30">
            <a:extLst>
              <a:ext uri="{FF2B5EF4-FFF2-40B4-BE49-F238E27FC236}">
                <a16:creationId xmlns:a16="http://schemas.microsoft.com/office/drawing/2014/main" id="{849F866A-2FD1-4DAB-A854-06CF2E4CA21A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B4D7A8E9-EA48-48DD-BB15-5E7E433016ED}"/>
              </a:ext>
            </a:extLst>
          </p:cNvPr>
          <p:cNvSpPr txBox="1"/>
          <p:nvPr userDrawn="1"/>
        </p:nvSpPr>
        <p:spPr>
          <a:xfrm>
            <a:off x="719289" y="1945651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purpose is to help people and businesses prosper.</a:t>
            </a:r>
          </a:p>
          <a:p>
            <a:endParaRPr lang="en-US" sz="1397">
              <a:solidFill>
                <a:srgbClr val="595959"/>
              </a:solidFill>
              <a:latin typeface="Santander Text" panose="020B0504020201020104" pitchFamily="34" charset="0"/>
            </a:endParaRPr>
          </a:p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culture is based on believing </a:t>
            </a:r>
            <a:b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</a:br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that everything we do should be:</a:t>
            </a:r>
          </a:p>
        </p:txBody>
      </p:sp>
      <p:pic>
        <p:nvPicPr>
          <p:cNvPr id="20" name="Gráfico 11">
            <a:extLst>
              <a:ext uri="{FF2B5EF4-FFF2-40B4-BE49-F238E27FC236}">
                <a16:creationId xmlns:a16="http://schemas.microsoft.com/office/drawing/2014/main" id="{D9BB37DD-75A6-4C28-B9F8-BBE9AB84A4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6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4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7" y="1945650"/>
            <a:ext cx="3365479" cy="119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  <a:latin typeface="Santander Text" panose="020B0504020201020104" pitchFamily="34" charset="0"/>
              </a:rPr>
              <a:t>Nuestro propósito es ayudar a personas y empresas a prosperar.</a:t>
            </a:r>
          </a:p>
          <a:p>
            <a:endParaRPr lang="en-US" sz="140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r>
              <a:rPr lang="en-US" sz="1400">
                <a:solidFill>
                  <a:schemeClr val="tx2"/>
                </a:solidFill>
                <a:latin typeface="Santander Text" panose="020B0504020201020104" pitchFamily="34" charset="0"/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151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5" y="628193"/>
            <a:ext cx="3365479" cy="722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tx2"/>
                </a:solidFill>
                <a:latin typeface="Santander Text" panose="020B0504020201020104" pitchFamily="34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sz="1600"/>
          </a:p>
        </p:txBody>
      </p:sp>
      <p:sp>
        <p:nvSpPr>
          <p:cNvPr id="13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600"/>
          </a:p>
        </p:txBody>
      </p:sp>
      <p:grpSp>
        <p:nvGrpSpPr>
          <p:cNvPr id="16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7"/>
            <a:ext cx="578707" cy="455017"/>
            <a:chOff x="2203451" y="-4230356"/>
            <a:chExt cx="6896100" cy="5422158"/>
          </a:xfrm>
        </p:grpSpPr>
        <p:pic>
          <p:nvPicPr>
            <p:cNvPr id="17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5906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7D5BABB-E418-4C4C-B240-ED71FDCD65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7753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7D5BABB-E418-4C4C-B240-ED71FDCD65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AB49A0A-6AF1-40E1-BFB4-A2F6424A82A5}"/>
              </a:ext>
            </a:extLst>
          </p:cNvPr>
          <p:cNvGrpSpPr/>
          <p:nvPr userDrawn="1"/>
        </p:nvGrpSpPr>
        <p:grpSpPr>
          <a:xfrm>
            <a:off x="1200" y="-5773"/>
            <a:ext cx="12189600" cy="6869546"/>
            <a:chOff x="1200" y="-5773"/>
            <a:chExt cx="12189600" cy="6869546"/>
          </a:xfrm>
        </p:grpSpPr>
        <p:sp>
          <p:nvSpPr>
            <p:cNvPr id="49" name="Slide edges">
              <a:extLst>
                <a:ext uri="{FF2B5EF4-FFF2-40B4-BE49-F238E27FC236}">
                  <a16:creationId xmlns:a16="http://schemas.microsoft.com/office/drawing/2014/main" id="{A203E1A4-EEEE-4C40-9E9D-602663E2B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-5773"/>
              <a:ext cx="12189600" cy="6869546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0" name="Whitespace measure">
              <a:extLst>
                <a:ext uri="{FF2B5EF4-FFF2-40B4-BE49-F238E27FC236}">
                  <a16:creationId xmlns:a16="http://schemas.microsoft.com/office/drawing/2014/main" id="{CB565F2A-9199-480A-A07D-D8D22D2E6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1494507"/>
              <a:ext cx="11263080" cy="581036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6">
              <a:extLst>
                <a:ext uri="{FF2B5EF4-FFF2-40B4-BE49-F238E27FC236}">
                  <a16:creationId xmlns:a16="http://schemas.microsoft.com/office/drawing/2014/main" id="{1F48D905-AD26-4461-8806-A460422F0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99" y="1502190"/>
              <a:ext cx="10942499" cy="58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2C76E5C-A078-4F1A-A28E-AF5F5B305D5C}"/>
                </a:ext>
              </a:extLst>
            </p:cNvPr>
            <p:cNvSpPr/>
            <p:nvPr/>
          </p:nvSpPr>
          <p:spPr>
            <a:xfrm>
              <a:off x="1200" y="0"/>
              <a:ext cx="12189600" cy="6863103"/>
            </a:xfrm>
            <a:custGeom>
              <a:avLst/>
              <a:gdLst>
                <a:gd name="connsiteX0" fmla="*/ 463260 w 12189600"/>
                <a:gd name="connsiteY0" fmla="*/ 623550 h 6863103"/>
                <a:gd name="connsiteX1" fmla="*/ 463260 w 12189600"/>
                <a:gd name="connsiteY1" fmla="*/ 6742382 h 6863103"/>
                <a:gd name="connsiteX2" fmla="*/ 11726340 w 12189600"/>
                <a:gd name="connsiteY2" fmla="*/ 6742382 h 6863103"/>
                <a:gd name="connsiteX3" fmla="*/ 11726340 w 12189600"/>
                <a:gd name="connsiteY3" fmla="*/ 623550 h 6863103"/>
                <a:gd name="connsiteX4" fmla="*/ 0 w 12189600"/>
                <a:gd name="connsiteY4" fmla="*/ 0 h 6863103"/>
                <a:gd name="connsiteX5" fmla="*/ 12189600 w 12189600"/>
                <a:gd name="connsiteY5" fmla="*/ 0 h 6863103"/>
                <a:gd name="connsiteX6" fmla="*/ 12189600 w 12189600"/>
                <a:gd name="connsiteY6" fmla="*/ 6863103 h 6863103"/>
                <a:gd name="connsiteX7" fmla="*/ 0 w 12189600"/>
                <a:gd name="connsiteY7" fmla="*/ 6863103 h 686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9600" h="6863103">
                  <a:moveTo>
                    <a:pt x="463260" y="623550"/>
                  </a:moveTo>
                  <a:lnTo>
                    <a:pt x="463260" y="6742382"/>
                  </a:lnTo>
                  <a:lnTo>
                    <a:pt x="11726340" y="6742382"/>
                  </a:lnTo>
                  <a:lnTo>
                    <a:pt x="11726340" y="623550"/>
                  </a:lnTo>
                  <a:close/>
                  <a:moveTo>
                    <a:pt x="0" y="0"/>
                  </a:moveTo>
                  <a:lnTo>
                    <a:pt x="12189600" y="0"/>
                  </a:lnTo>
                  <a:lnTo>
                    <a:pt x="12189600" y="6863103"/>
                  </a:lnTo>
                  <a:lnTo>
                    <a:pt x="0" y="6863103"/>
                  </a:lnTo>
                  <a:close/>
                </a:path>
              </a:pathLst>
            </a:custGeom>
            <a:solidFill>
              <a:srgbClr val="FF9797">
                <a:alpha val="4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7A2A0051-60F4-4578-92F3-986A9BBE38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0"/>
              <a:ext cx="12189600" cy="6863103"/>
            </a:xfrm>
            <a:custGeom>
              <a:avLst/>
              <a:gdLst>
                <a:gd name="T0" fmla="*/ 310 w 6021"/>
                <a:gd name="T1" fmla="*/ 742 h 3390"/>
                <a:gd name="T2" fmla="*/ 310 w 6021"/>
                <a:gd name="T3" fmla="*/ 742 h 3390"/>
                <a:gd name="T4" fmla="*/ 310 w 6021"/>
                <a:gd name="T5" fmla="*/ 310 h 3390"/>
                <a:gd name="T6" fmla="*/ 5715 w 6021"/>
                <a:gd name="T7" fmla="*/ 310 h 3390"/>
                <a:gd name="T8" fmla="*/ 5715 w 6021"/>
                <a:gd name="T9" fmla="*/ 742 h 3390"/>
                <a:gd name="T10" fmla="*/ 5715 w 6021"/>
                <a:gd name="T11" fmla="*/ 1029 h 3390"/>
                <a:gd name="T12" fmla="*/ 5715 w 6021"/>
                <a:gd name="T13" fmla="*/ 3040 h 3390"/>
                <a:gd name="T14" fmla="*/ 5715 w 6021"/>
                <a:gd name="T15" fmla="*/ 3043 h 3390"/>
                <a:gd name="T16" fmla="*/ 5715 w 6021"/>
                <a:gd name="T17" fmla="*/ 3230 h 3390"/>
                <a:gd name="T18" fmla="*/ 310 w 6021"/>
                <a:gd name="T19" fmla="*/ 3230 h 3390"/>
                <a:gd name="T20" fmla="*/ 310 w 6021"/>
                <a:gd name="T21" fmla="*/ 3040 h 3390"/>
                <a:gd name="T22" fmla="*/ 310 w 6021"/>
                <a:gd name="T23" fmla="*/ 1029 h 3390"/>
                <a:gd name="T24" fmla="*/ 310 w 6021"/>
                <a:gd name="T25" fmla="*/ 742 h 3390"/>
                <a:gd name="T26" fmla="*/ 6021 w 6021"/>
                <a:gd name="T27" fmla="*/ 0 h 3390"/>
                <a:gd name="T28" fmla="*/ 0 w 6021"/>
                <a:gd name="T29" fmla="*/ 0 h 3390"/>
                <a:gd name="T30" fmla="*/ 0 w 6021"/>
                <a:gd name="T31" fmla="*/ 3390 h 3390"/>
                <a:gd name="T32" fmla="*/ 6021 w 6021"/>
                <a:gd name="T33" fmla="*/ 3390 h 3390"/>
                <a:gd name="T34" fmla="*/ 6021 w 6021"/>
                <a:gd name="T35" fmla="*/ 0 h 3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21" h="3390">
                  <a:moveTo>
                    <a:pt x="310" y="742"/>
                  </a:moveTo>
                  <a:lnTo>
                    <a:pt x="310" y="742"/>
                  </a:lnTo>
                  <a:lnTo>
                    <a:pt x="310" y="310"/>
                  </a:lnTo>
                  <a:lnTo>
                    <a:pt x="5715" y="310"/>
                  </a:lnTo>
                  <a:lnTo>
                    <a:pt x="5715" y="742"/>
                  </a:lnTo>
                  <a:lnTo>
                    <a:pt x="5715" y="1029"/>
                  </a:lnTo>
                  <a:lnTo>
                    <a:pt x="5715" y="3040"/>
                  </a:lnTo>
                  <a:lnTo>
                    <a:pt x="5715" y="3043"/>
                  </a:lnTo>
                  <a:lnTo>
                    <a:pt x="5715" y="3230"/>
                  </a:lnTo>
                  <a:lnTo>
                    <a:pt x="310" y="3230"/>
                  </a:lnTo>
                  <a:lnTo>
                    <a:pt x="310" y="3040"/>
                  </a:lnTo>
                  <a:lnTo>
                    <a:pt x="310" y="1029"/>
                  </a:lnTo>
                  <a:lnTo>
                    <a:pt x="310" y="742"/>
                  </a:lnTo>
                  <a:moveTo>
                    <a:pt x="6021" y="0"/>
                  </a:moveTo>
                  <a:lnTo>
                    <a:pt x="0" y="0"/>
                  </a:lnTo>
                  <a:lnTo>
                    <a:pt x="0" y="3390"/>
                  </a:lnTo>
                  <a:lnTo>
                    <a:pt x="6021" y="3390"/>
                  </a:lnTo>
                  <a:lnTo>
                    <a:pt x="60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43EAF2E-0CBB-4E51-8EB1-8FCC0F57ACAB}"/>
                </a:ext>
              </a:extLst>
            </p:cNvPr>
            <p:cNvGrpSpPr/>
            <p:nvPr/>
          </p:nvGrpSpPr>
          <p:grpSpPr>
            <a:xfrm>
              <a:off x="1383311" y="623550"/>
              <a:ext cx="9425383" cy="5537047"/>
              <a:chOff x="1383311" y="623550"/>
              <a:chExt cx="9425383" cy="5537047"/>
            </a:xfrm>
          </p:grpSpPr>
          <p:sp>
            <p:nvSpPr>
              <p:cNvPr id="81" name="Rectangle 34">
                <a:extLst>
                  <a:ext uri="{FF2B5EF4-FFF2-40B4-BE49-F238E27FC236}">
                    <a16:creationId xmlns:a16="http://schemas.microsoft.com/office/drawing/2014/main" id="{E5B68981-9E6A-42E0-A5F0-88E8D736F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4150" y="623550"/>
                <a:ext cx="289506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Rectangle 35">
                <a:extLst>
                  <a:ext uri="{FF2B5EF4-FFF2-40B4-BE49-F238E27FC236}">
                    <a16:creationId xmlns:a16="http://schemas.microsoft.com/office/drawing/2014/main" id="{B7BC22FB-D705-4FCF-A595-BF8A77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3755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Rectangle 36">
                <a:extLst>
                  <a:ext uri="{FF2B5EF4-FFF2-40B4-BE49-F238E27FC236}">
                    <a16:creationId xmlns:a16="http://schemas.microsoft.com/office/drawing/2014/main" id="{12E37755-0749-4074-8371-6B306280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0977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Rectangle 37">
                <a:extLst>
                  <a:ext uri="{FF2B5EF4-FFF2-40B4-BE49-F238E27FC236}">
                    <a16:creationId xmlns:a16="http://schemas.microsoft.com/office/drawing/2014/main" id="{05865904-E0F1-4D6D-B781-0E59855F4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6533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38">
                <a:extLst>
                  <a:ext uri="{FF2B5EF4-FFF2-40B4-BE49-F238E27FC236}">
                    <a16:creationId xmlns:a16="http://schemas.microsoft.com/office/drawing/2014/main" id="{989F1666-50F0-49EF-8875-A418DF1FC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9311" y="623550"/>
                <a:ext cx="279383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Rectangle 39">
                <a:extLst>
                  <a:ext uri="{FF2B5EF4-FFF2-40B4-BE49-F238E27FC236}">
                    <a16:creationId xmlns:a16="http://schemas.microsoft.com/office/drawing/2014/main" id="{5F30DFCB-AB0D-4E46-B2AC-F6D32B137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274" y="623550"/>
                <a:ext cx="293555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Rectangle 40">
                <a:extLst>
                  <a:ext uri="{FF2B5EF4-FFF2-40B4-BE49-F238E27FC236}">
                    <a16:creationId xmlns:a16="http://schemas.microsoft.com/office/drawing/2014/main" id="{A9C664C9-86CD-4128-BF89-8AEBFC206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11" y="623550"/>
                <a:ext cx="29153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Rectangle 41">
                <a:extLst>
                  <a:ext uri="{FF2B5EF4-FFF2-40B4-BE49-F238E27FC236}">
                    <a16:creationId xmlns:a16="http://schemas.microsoft.com/office/drawing/2014/main" id="{AC343271-8BBA-4DF6-BCBE-3858B087F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162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Rectangle 42">
                <a:extLst>
                  <a:ext uri="{FF2B5EF4-FFF2-40B4-BE49-F238E27FC236}">
                    <a16:creationId xmlns:a16="http://schemas.microsoft.com/office/drawing/2014/main" id="{307CE1BC-F36B-4566-B87B-DC17D2F3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940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Rectangle 43">
                <a:extLst>
                  <a:ext uri="{FF2B5EF4-FFF2-40B4-BE49-F238E27FC236}">
                    <a16:creationId xmlns:a16="http://schemas.microsoft.com/office/drawing/2014/main" id="{30374327-BE62-4C6D-BD57-B5537445C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7718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Rectangle 44">
                <a:extLst>
                  <a:ext uri="{FF2B5EF4-FFF2-40B4-BE49-F238E27FC236}">
                    <a16:creationId xmlns:a16="http://schemas.microsoft.com/office/drawing/2014/main" id="{EE30E763-D031-4AC7-9B06-6A7657248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496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5" name="Live space">
              <a:extLst>
                <a:ext uri="{FF2B5EF4-FFF2-40B4-BE49-F238E27FC236}">
                  <a16:creationId xmlns:a16="http://schemas.microsoft.com/office/drawing/2014/main" id="{5C5B4D64-13F1-4A63-AD21-D8428BBDF496}"/>
                </a:ext>
              </a:extLst>
            </p:cNvPr>
            <p:cNvSpPr/>
            <p:nvPr/>
          </p:nvSpPr>
          <p:spPr>
            <a:xfrm>
              <a:off x="464460" y="2075543"/>
              <a:ext cx="11263080" cy="4079875"/>
            </a:xfrm>
            <a:prstGeom prst="rect">
              <a:avLst/>
            </a:prstGeom>
            <a:noFill/>
            <a:ln w="9525">
              <a:solidFill>
                <a:srgbClr val="EB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57" name="Footnote measure">
              <a:extLst>
                <a:ext uri="{FF2B5EF4-FFF2-40B4-BE49-F238E27FC236}">
                  <a16:creationId xmlns:a16="http://schemas.microsoft.com/office/drawing/2014/main" id="{84BC01FA-BA0E-4202-B562-5D00D83B8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6155418"/>
              <a:ext cx="11263080" cy="586964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2E0A110-61E3-4A63-B95A-387E4649239E}"/>
                </a:ext>
              </a:extLst>
            </p:cNvPr>
            <p:cNvGrpSpPr/>
            <p:nvPr/>
          </p:nvGrpSpPr>
          <p:grpSpPr>
            <a:xfrm>
              <a:off x="1200" y="623550"/>
              <a:ext cx="12189600" cy="5531868"/>
              <a:chOff x="1200" y="623550"/>
              <a:chExt cx="12189600" cy="5531868"/>
            </a:xfrm>
          </p:grpSpPr>
          <p:sp>
            <p:nvSpPr>
              <p:cNvPr id="61" name="Line 14">
                <a:extLst>
                  <a:ext uri="{FF2B5EF4-FFF2-40B4-BE49-F238E27FC236}">
                    <a16:creationId xmlns:a16="http://schemas.microsoft.com/office/drawing/2014/main" id="{78C6C7E6-27BB-42F2-B1DC-3FD5A1C96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91470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Line 15">
                <a:extLst>
                  <a:ext uri="{FF2B5EF4-FFF2-40B4-BE49-F238E27FC236}">
                    <a16:creationId xmlns:a16="http://schemas.microsoft.com/office/drawing/2014/main" id="{C619F5E2-1EA6-44AF-9FC0-8B16662B9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2355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Line 17">
                <a:extLst>
                  <a:ext uri="{FF2B5EF4-FFF2-40B4-BE49-F238E27FC236}">
                    <a16:creationId xmlns:a16="http://schemas.microsoft.com/office/drawing/2014/main" id="{F50A9CFE-2B26-4A94-8B99-5AFF5B883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20585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Line 18">
                <a:extLst>
                  <a:ext uri="{FF2B5EF4-FFF2-40B4-BE49-F238E27FC236}">
                    <a16:creationId xmlns:a16="http://schemas.microsoft.com/office/drawing/2014/main" id="{100E0D86-B629-4360-8A30-B2F996C1F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49700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Line 19">
                <a:extLst>
                  <a:ext uri="{FF2B5EF4-FFF2-40B4-BE49-F238E27FC236}">
                    <a16:creationId xmlns:a16="http://schemas.microsoft.com/office/drawing/2014/main" id="{9AFFC03E-3601-4E4B-BB98-7BF1927CD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78815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Line 20">
                <a:extLst>
                  <a:ext uri="{FF2B5EF4-FFF2-40B4-BE49-F238E27FC236}">
                    <a16:creationId xmlns:a16="http://schemas.microsoft.com/office/drawing/2014/main" id="{81E2A333-3773-4DB0-811B-FAC94325F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07930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Line 21">
                <a:extLst>
                  <a:ext uri="{FF2B5EF4-FFF2-40B4-BE49-F238E27FC236}">
                    <a16:creationId xmlns:a16="http://schemas.microsoft.com/office/drawing/2014/main" id="{D8BECD09-A0EC-48FA-96F5-4AC66CBF7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37045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22">
                <a:extLst>
                  <a:ext uri="{FF2B5EF4-FFF2-40B4-BE49-F238E27FC236}">
                    <a16:creationId xmlns:a16="http://schemas.microsoft.com/office/drawing/2014/main" id="{B892EB3A-A9CF-43CD-9C6D-1FB72DCBC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6160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23">
                <a:extLst>
                  <a:ext uri="{FF2B5EF4-FFF2-40B4-BE49-F238E27FC236}">
                    <a16:creationId xmlns:a16="http://schemas.microsoft.com/office/drawing/2014/main" id="{50C6B780-838F-4043-8237-DCA2E4B7B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95275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24">
                <a:extLst>
                  <a:ext uri="{FF2B5EF4-FFF2-40B4-BE49-F238E27FC236}">
                    <a16:creationId xmlns:a16="http://schemas.microsoft.com/office/drawing/2014/main" id="{A1E6E76A-C7AC-44B9-9357-C9F22154A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243909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25">
                <a:extLst>
                  <a:ext uri="{FF2B5EF4-FFF2-40B4-BE49-F238E27FC236}">
                    <a16:creationId xmlns:a16="http://schemas.microsoft.com/office/drawing/2014/main" id="{A76627BB-53C9-430C-ADA8-70341EED0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53506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26">
                <a:extLst>
                  <a:ext uri="{FF2B5EF4-FFF2-40B4-BE49-F238E27FC236}">
                    <a16:creationId xmlns:a16="http://schemas.microsoft.com/office/drawing/2014/main" id="{6849FC69-83FB-4848-A829-BDFD7D4D8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82621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27">
                <a:extLst>
                  <a:ext uri="{FF2B5EF4-FFF2-40B4-BE49-F238E27FC236}">
                    <a16:creationId xmlns:a16="http://schemas.microsoft.com/office/drawing/2014/main" id="{2CDEB07D-DEC1-4021-B0BF-C61873BBA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11736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28">
                <a:extLst>
                  <a:ext uri="{FF2B5EF4-FFF2-40B4-BE49-F238E27FC236}">
                    <a16:creationId xmlns:a16="http://schemas.microsoft.com/office/drawing/2014/main" id="{B269640E-C908-462E-9A93-D47045027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40851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29">
                <a:extLst>
                  <a:ext uri="{FF2B5EF4-FFF2-40B4-BE49-F238E27FC236}">
                    <a16:creationId xmlns:a16="http://schemas.microsoft.com/office/drawing/2014/main" id="{8923C160-0712-41C4-B146-4EE68A519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69966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30">
                <a:extLst>
                  <a:ext uri="{FF2B5EF4-FFF2-40B4-BE49-F238E27FC236}">
                    <a16:creationId xmlns:a16="http://schemas.microsoft.com/office/drawing/2014/main" id="{F0426A67-08EF-45AF-B08E-BBDBF89B7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99081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31">
                <a:extLst>
                  <a:ext uri="{FF2B5EF4-FFF2-40B4-BE49-F238E27FC236}">
                    <a16:creationId xmlns:a16="http://schemas.microsoft.com/office/drawing/2014/main" id="{44806CA8-0DA4-476B-943B-0CDFEF0AE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28196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32">
                <a:extLst>
                  <a:ext uri="{FF2B5EF4-FFF2-40B4-BE49-F238E27FC236}">
                    <a16:creationId xmlns:a16="http://schemas.microsoft.com/office/drawing/2014/main" id="{5A3E6186-0DB5-4B39-8D88-6BC4657CA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57311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6">
                <a:extLst>
                  <a:ext uri="{FF2B5EF4-FFF2-40B4-BE49-F238E27FC236}">
                    <a16:creationId xmlns:a16="http://schemas.microsoft.com/office/drawing/2014/main" id="{A4C522B0-69BC-4944-874D-7BB6E68ED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15541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33">
                <a:extLst>
                  <a:ext uri="{FF2B5EF4-FFF2-40B4-BE49-F238E27FC236}">
                    <a16:creationId xmlns:a16="http://schemas.microsoft.com/office/drawing/2014/main" id="{D16F2540-FE5A-409B-884D-FB8AF36AF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86426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9" name="Five column measure">
              <a:extLst>
                <a:ext uri="{FF2B5EF4-FFF2-40B4-BE49-F238E27FC236}">
                  <a16:creationId xmlns:a16="http://schemas.microsoft.com/office/drawing/2014/main" id="{B9F29F1E-83EB-4EAC-9129-41F81683E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799" y="5976438"/>
              <a:ext cx="10942499" cy="66810"/>
            </a:xfrm>
            <a:custGeom>
              <a:avLst/>
              <a:gdLst>
                <a:gd name="T0" fmla="*/ 1113 w 5405"/>
                <a:gd name="T1" fmla="*/ 0 h 33"/>
                <a:gd name="T2" fmla="*/ 2068 w 5405"/>
                <a:gd name="T3" fmla="*/ 0 h 33"/>
                <a:gd name="T4" fmla="*/ 2068 w 5405"/>
                <a:gd name="T5" fmla="*/ 33 h 33"/>
                <a:gd name="T6" fmla="*/ 1113 w 5405"/>
                <a:gd name="T7" fmla="*/ 33 h 33"/>
                <a:gd name="T8" fmla="*/ 1113 w 5405"/>
                <a:gd name="T9" fmla="*/ 0 h 33"/>
                <a:gd name="T10" fmla="*/ 1113 w 5405"/>
                <a:gd name="T11" fmla="*/ 0 h 33"/>
                <a:gd name="T12" fmla="*/ 4449 w 5405"/>
                <a:gd name="T13" fmla="*/ 0 h 33"/>
                <a:gd name="T14" fmla="*/ 4449 w 5405"/>
                <a:gd name="T15" fmla="*/ 33 h 33"/>
                <a:gd name="T16" fmla="*/ 5405 w 5405"/>
                <a:gd name="T17" fmla="*/ 33 h 33"/>
                <a:gd name="T18" fmla="*/ 5405 w 5405"/>
                <a:gd name="T19" fmla="*/ 0 h 33"/>
                <a:gd name="T20" fmla="*/ 4449 w 5405"/>
                <a:gd name="T21" fmla="*/ 0 h 33"/>
                <a:gd name="T22" fmla="*/ 4449 w 5405"/>
                <a:gd name="T23" fmla="*/ 0 h 33"/>
                <a:gd name="T24" fmla="*/ 3337 w 5405"/>
                <a:gd name="T25" fmla="*/ 0 h 33"/>
                <a:gd name="T26" fmla="*/ 3337 w 5405"/>
                <a:gd name="T27" fmla="*/ 33 h 33"/>
                <a:gd name="T28" fmla="*/ 4293 w 5405"/>
                <a:gd name="T29" fmla="*/ 33 h 33"/>
                <a:gd name="T30" fmla="*/ 4293 w 5405"/>
                <a:gd name="T31" fmla="*/ 0 h 33"/>
                <a:gd name="T32" fmla="*/ 3337 w 5405"/>
                <a:gd name="T33" fmla="*/ 0 h 33"/>
                <a:gd name="T34" fmla="*/ 3337 w 5405"/>
                <a:gd name="T35" fmla="*/ 0 h 33"/>
                <a:gd name="T36" fmla="*/ 2225 w 5405"/>
                <a:gd name="T37" fmla="*/ 0 h 33"/>
                <a:gd name="T38" fmla="*/ 2225 w 5405"/>
                <a:gd name="T39" fmla="*/ 33 h 33"/>
                <a:gd name="T40" fmla="*/ 3180 w 5405"/>
                <a:gd name="T41" fmla="*/ 33 h 33"/>
                <a:gd name="T42" fmla="*/ 3180 w 5405"/>
                <a:gd name="T43" fmla="*/ 0 h 33"/>
                <a:gd name="T44" fmla="*/ 2225 w 5405"/>
                <a:gd name="T45" fmla="*/ 0 h 33"/>
                <a:gd name="T46" fmla="*/ 2225 w 5405"/>
                <a:gd name="T47" fmla="*/ 0 h 33"/>
                <a:gd name="T48" fmla="*/ 0 w 5405"/>
                <a:gd name="T49" fmla="*/ 0 h 33"/>
                <a:gd name="T50" fmla="*/ 0 w 5405"/>
                <a:gd name="T51" fmla="*/ 33 h 33"/>
                <a:gd name="T52" fmla="*/ 955 w 5405"/>
                <a:gd name="T53" fmla="*/ 33 h 33"/>
                <a:gd name="T54" fmla="*/ 955 w 5405"/>
                <a:gd name="T55" fmla="*/ 0 h 33"/>
                <a:gd name="T56" fmla="*/ 0 w 5405"/>
                <a:gd name="T57" fmla="*/ 0 h 33"/>
                <a:gd name="T58" fmla="*/ 0 w 5405"/>
                <a:gd name="T5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405" h="33">
                  <a:moveTo>
                    <a:pt x="1113" y="0"/>
                  </a:moveTo>
                  <a:lnTo>
                    <a:pt x="2068" y="0"/>
                  </a:lnTo>
                  <a:lnTo>
                    <a:pt x="2068" y="33"/>
                  </a:lnTo>
                  <a:lnTo>
                    <a:pt x="1113" y="33"/>
                  </a:lnTo>
                  <a:lnTo>
                    <a:pt x="1113" y="0"/>
                  </a:lnTo>
                  <a:lnTo>
                    <a:pt x="1113" y="0"/>
                  </a:lnTo>
                  <a:close/>
                  <a:moveTo>
                    <a:pt x="4449" y="0"/>
                  </a:moveTo>
                  <a:lnTo>
                    <a:pt x="4449" y="33"/>
                  </a:lnTo>
                  <a:lnTo>
                    <a:pt x="5405" y="33"/>
                  </a:lnTo>
                  <a:lnTo>
                    <a:pt x="5405" y="0"/>
                  </a:lnTo>
                  <a:lnTo>
                    <a:pt x="4449" y="0"/>
                  </a:lnTo>
                  <a:lnTo>
                    <a:pt x="4449" y="0"/>
                  </a:lnTo>
                  <a:close/>
                  <a:moveTo>
                    <a:pt x="3337" y="0"/>
                  </a:moveTo>
                  <a:lnTo>
                    <a:pt x="3337" y="33"/>
                  </a:lnTo>
                  <a:lnTo>
                    <a:pt x="4293" y="33"/>
                  </a:lnTo>
                  <a:lnTo>
                    <a:pt x="4293" y="0"/>
                  </a:lnTo>
                  <a:lnTo>
                    <a:pt x="3337" y="0"/>
                  </a:lnTo>
                  <a:lnTo>
                    <a:pt x="3337" y="0"/>
                  </a:lnTo>
                  <a:close/>
                  <a:moveTo>
                    <a:pt x="2225" y="0"/>
                  </a:moveTo>
                  <a:lnTo>
                    <a:pt x="2225" y="33"/>
                  </a:lnTo>
                  <a:lnTo>
                    <a:pt x="3180" y="33"/>
                  </a:lnTo>
                  <a:lnTo>
                    <a:pt x="3180" y="0"/>
                  </a:lnTo>
                  <a:lnTo>
                    <a:pt x="2225" y="0"/>
                  </a:lnTo>
                  <a:lnTo>
                    <a:pt x="2225" y="0"/>
                  </a:lnTo>
                  <a:close/>
                  <a:moveTo>
                    <a:pt x="0" y="0"/>
                  </a:moveTo>
                  <a:lnTo>
                    <a:pt x="0" y="33"/>
                  </a:lnTo>
                  <a:lnTo>
                    <a:pt x="955" y="33"/>
                  </a:lnTo>
                  <a:lnTo>
                    <a:pt x="95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5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ootnote example">
              <a:extLst>
                <a:ext uri="{FF2B5EF4-FFF2-40B4-BE49-F238E27FC236}">
                  <a16:creationId xmlns:a16="http://schemas.microsoft.com/office/drawing/2014/main" id="{E8D683A9-6AE1-4BA8-8ED7-86DF9F8BDE85}"/>
                </a:ext>
              </a:extLst>
            </p:cNvPr>
            <p:cNvSpPr txBox="1"/>
            <p:nvPr/>
          </p:nvSpPr>
          <p:spPr>
            <a:xfrm>
              <a:off x="1688182" y="6368431"/>
              <a:ext cx="9030914" cy="37394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1. xxxx  2. xxxx  3. List footnotes in numerical order. Footnote numbers are not bracketed. Use 9pt font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  <a:endParaRPr kumimoji="0" lang="en-US" sz="900" b="0" i="0" u="none" strike="noStrike" kern="1200" cap="none" spc="0" normalizeH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sym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9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3757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Forma libre: forma 18">
            <a:extLst>
              <a:ext uri="{FF2B5EF4-FFF2-40B4-BE49-F238E27FC236}">
                <a16:creationId xmlns:a16="http://schemas.microsoft.com/office/drawing/2014/main" id="{116E2EC4-B1EB-4979-A176-74F38479A7EA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7" name="Picture 2" descr="Resultado de imagen de DJSI Member Log">
            <a:extLst>
              <a:ext uri="{FF2B5EF4-FFF2-40B4-BE49-F238E27FC236}">
                <a16:creationId xmlns:a16="http://schemas.microsoft.com/office/drawing/2014/main" id="{B6EEC52B-A063-42F0-8A30-93B82CB8A5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9">
            <a:extLst>
              <a:ext uri="{FF2B5EF4-FFF2-40B4-BE49-F238E27FC236}">
                <a16:creationId xmlns:a16="http://schemas.microsoft.com/office/drawing/2014/main" id="{BA080A65-6C31-4AEC-B554-6A312B85D909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23" name="Imagen 21" descr="Imagen relacionada">
              <a:extLst>
                <a:ext uri="{FF2B5EF4-FFF2-40B4-BE49-F238E27FC236}">
                  <a16:creationId xmlns:a16="http://schemas.microsoft.com/office/drawing/2014/main" id="{9D147280-FFCA-408E-B1ED-2BE830582B9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BEA1EBF7-AC78-47CB-B6D9-10AA88A32B0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Forma libre: forma 30">
            <a:extLst>
              <a:ext uri="{FF2B5EF4-FFF2-40B4-BE49-F238E27FC236}">
                <a16:creationId xmlns:a16="http://schemas.microsoft.com/office/drawing/2014/main" id="{B0E78C69-D3C3-433E-BB94-D18269775F11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28" name="Gráfico 11">
            <a:extLst>
              <a:ext uri="{FF2B5EF4-FFF2-40B4-BE49-F238E27FC236}">
                <a16:creationId xmlns:a16="http://schemas.microsoft.com/office/drawing/2014/main" id="{02403ACE-4628-4CE4-8C85-EAA62EF87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40B0F4CE-0BD3-497F-A9D0-B6B4F46CD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721745" y="1096485"/>
            <a:ext cx="4934308" cy="1407004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algn="l">
              <a:lnSpc>
                <a:spcPct val="93000"/>
              </a:lnSpc>
              <a:defRPr sz="4600" baseline="0">
                <a:solidFill>
                  <a:srgbClr val="FF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BD62CF8-49E3-41BB-B918-909B1773D4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24620" y="2722142"/>
            <a:ext cx="4934309" cy="243645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in sentence case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EE22844-A048-4712-8DFD-27D8D40510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093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EE22844-A048-4712-8DFD-27D8D4051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31BCF83A-7782-4B1D-8C98-38D55D0DD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22206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1B73264-AF50-4BF3-A65B-F61F12212C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138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1B73264-AF50-4BF3-A65B-F61F12212C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0" y="2075543"/>
            <a:ext cx="11263080" cy="40798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A06DC987-E3B6-4307-ADDB-7B34675668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40434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D6B7CA-46CF-41A0-9D76-7A5CD97B32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72855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D6B7CA-46CF-41A0-9D76-7A5CD97B3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363993" y="2158987"/>
            <a:ext cx="4010007" cy="541687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>
              <a:buNone/>
              <a:defRPr sz="1600">
                <a:solidFill>
                  <a:srgbClr val="458FA3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1227048"/>
            <a:ext cx="4010007" cy="664797"/>
          </a:xfrm>
        </p:spPr>
        <p:txBody>
          <a:bodyPr vert="horz" anchor="t">
            <a:noAutofit/>
          </a:bodyPr>
          <a:lstStyle>
            <a:lvl1pPr>
              <a:defRPr sz="220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Gráfico 10">
            <a:extLst>
              <a:ext uri="{FF2B5EF4-FFF2-40B4-BE49-F238E27FC236}">
                <a16:creationId xmlns:a16="http://schemas.microsoft.com/office/drawing/2014/main" id="{5EE6329A-2C21-4E92-A8D8-71FC96841A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B7A7FBA-E4B0-4D2D-B120-042AB6D536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556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B7A7FBA-E4B0-4D2D-B120-042AB6D53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EB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9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0ED333F-26D5-4B5D-8B05-EAF4C1BE60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0659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0ED333F-26D5-4B5D-8B05-EAF4C1BE60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464460" y="3826800"/>
            <a:ext cx="11263080" cy="2041200"/>
          </a:xfrm>
        </p:spPr>
        <p:txBody>
          <a:bodyPr vert="horz" lIns="0" tIns="0" rIns="0" bIns="0" anchor="t">
            <a:noAutofit/>
          </a:bodyPr>
          <a:lstStyle>
            <a:lvl1pPr>
              <a:defRPr sz="5400">
                <a:solidFill>
                  <a:srgbClr val="EB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464460" y="3680016"/>
            <a:ext cx="11724127" cy="0"/>
          </a:xfrm>
          <a:prstGeom prst="line">
            <a:avLst/>
          </a:prstGeom>
          <a:ln w="19050" cmpd="sng">
            <a:solidFill>
              <a:srgbClr val="FF5D5D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52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05CFBFA-5A2E-4D6C-B3EC-F5BDA5C541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432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05CFBFA-5A2E-4D6C-B3EC-F5BDA5C541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20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E3F33CF-B13B-4A07-9629-233B11C9F76D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F378F72C-30A2-4C5B-9C1C-63C4A4A1D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6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51264B1-0462-432F-9962-974A839A3F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371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51264B1-0462-432F-9962-974A839A3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42536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03E5A42-18BB-469E-BCB2-B7BDE8E5FA9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7" name="Gráfico 10">
            <a:extLst>
              <a:ext uri="{FF2B5EF4-FFF2-40B4-BE49-F238E27FC236}">
                <a16:creationId xmlns:a16="http://schemas.microsoft.com/office/drawing/2014/main" id="{9F67545C-F89F-4843-909C-CBA2A30E88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42538E78-CFA3-238D-D3D2-2977943E79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6468102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348294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. Green highlight">
    <p:bg>
      <p:bgPr>
        <a:gradFill flip="none" rotWithShape="1">
          <a:gsLst>
            <a:gs pos="0">
              <a:schemeClr val="accent6"/>
            </a:gs>
            <a:gs pos="100000">
              <a:schemeClr val="accent6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51264B1-0462-432F-9962-974A839A3F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371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51264B1-0462-432F-9962-974A839A3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42536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03E5A42-18BB-469E-BCB2-B7BDE8E5FA9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7" name="Gráfico 10">
            <a:extLst>
              <a:ext uri="{FF2B5EF4-FFF2-40B4-BE49-F238E27FC236}">
                <a16:creationId xmlns:a16="http://schemas.microsoft.com/office/drawing/2014/main" id="{9F67545C-F89F-4843-909C-CBA2A30E88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0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96003EA-8E4A-47A5-9D6D-B448E16828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754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96003EA-8E4A-47A5-9D6D-B448E16828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8367591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3FE52-220D-4312-8AD4-3D25F4F82496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6FCDF537-4B47-4D5B-BF79-3D703F032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6DAB08C0-1940-E8DC-5542-45828BA2A9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6" y="112942"/>
            <a:ext cx="8293157" cy="471121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379392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996D83C-4E84-4F7B-A6E1-A799A9C4DD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2806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996D83C-4E84-4F7B-A6E1-A799A9C4DD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BE7678-38E0-4A69-8283-D7236C08083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6" name="Gráfico 10">
            <a:extLst>
              <a:ext uri="{FF2B5EF4-FFF2-40B4-BE49-F238E27FC236}">
                <a16:creationId xmlns:a16="http://schemas.microsoft.com/office/drawing/2014/main" id="{1898D1B9-C156-4070-A0FB-1FCB8429BF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5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5212359-324B-4236-8797-10A585A0C7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831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5212359-324B-4236-8797-10A585A0C7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363993" y="1785600"/>
            <a:ext cx="4654407" cy="3286800"/>
          </a:xfrm>
          <a:prstGeom prst="rect">
            <a:avLst/>
          </a:prstGeom>
          <a:noFill/>
        </p:spPr>
        <p:txBody>
          <a:bodyPr vert="horz" wrap="square" lIns="91440" tIns="45720" rIns="320040" bIns="4572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7DED688-3E59-47E6-AF9C-2CD94E1D89BB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1" name="Gráfico 10">
            <a:extLst>
              <a:ext uri="{FF2B5EF4-FFF2-40B4-BE49-F238E27FC236}">
                <a16:creationId xmlns:a16="http://schemas.microsoft.com/office/drawing/2014/main" id="{F9197FD1-EBA2-4CEE-9CD0-35933F79D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D45B32B-F6D6-4802-9C98-2DF6A59409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602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D45B32B-F6D6-4802-9C98-2DF6A59409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363993" y="1785600"/>
            <a:ext cx="651449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D2053BE-509B-407E-B837-ADFFDD9FFD69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F983F5C1-4A35-409B-9725-80ED481053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63036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014787-F929-40A0-95E2-989769D0B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3CDF0EB-9773-45D4-B62A-49123D9EB1A9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3" name="Gráfico 10">
            <a:extLst>
              <a:ext uri="{FF2B5EF4-FFF2-40B4-BE49-F238E27FC236}">
                <a16:creationId xmlns:a16="http://schemas.microsoft.com/office/drawing/2014/main" id="{32F2B550-BFBD-48E8-8911-D204FAFD4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B3D56CA-B066-4ACC-8D00-2B66350D5D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014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B3D56CA-B066-4ACC-8D00-2B66350D5D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6AF37D4-C823-4B6D-81CF-8B5D539CFC3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003F71F1-F2A0-4648-9E8C-CB5B0686BB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7B7D72A-B744-4911-B607-1DB4ADFE87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3035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7B7D72A-B744-4911-B607-1DB4ADFE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4B3A21F-6E2F-4C72-BF45-1CD97EF2C09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1959C895-BD3D-4B4A-9D93-D556353D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B09E5D-13E8-4DA9-AD48-8CDD40F146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4321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B09E5D-13E8-4DA9-AD48-8CDD40F146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87BFDEA-B96C-458F-ADE3-7E6C7383866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2B7DAF2F-0AF1-41B1-B756-6F3A3BA2BB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2FBB8BE-1C63-42AE-B573-02716D9C8D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0682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2FBB8BE-1C63-42AE-B573-02716D9C8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5013829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81600D2-56F6-4A51-ABA1-5826279A75A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7" name="Gráfico 10">
            <a:extLst>
              <a:ext uri="{FF2B5EF4-FFF2-40B4-BE49-F238E27FC236}">
                <a16:creationId xmlns:a16="http://schemas.microsoft.com/office/drawing/2014/main" id="{AD78EBD6-DC2D-45BE-8A39-E69FBA818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0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B642A63-D48A-4FE1-AEE8-77227504BF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9521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B642A63-D48A-4FE1-AEE8-77227504BF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5013829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7E6E574-05EF-4197-832A-57DA89B20B56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CB4249B0-5AE9-4651-9A1A-77E42E9C1E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E88F29E-32D0-43B8-BBF9-2E21F01963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7234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E88F29E-32D0-43B8-BBF9-2E21F01963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0503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9BAB28E-ED76-4B26-A2F7-D94930CEFC41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D4CC8E29-0B60-4773-80B0-EBEB5B0297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B17312-2F2A-4926-832D-51AD5F67E4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4301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EB17312-2F2A-4926-832D-51AD5F67E4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0503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D003A8D-BC95-43D9-BC5C-2FEF616BB9DB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6" name="Gráfico 10">
            <a:extLst>
              <a:ext uri="{FF2B5EF4-FFF2-40B4-BE49-F238E27FC236}">
                <a16:creationId xmlns:a16="http://schemas.microsoft.com/office/drawing/2014/main" id="{54E025C4-A1BA-4C98-A8CD-3BDD8B868A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E1B88D7-F3EA-4624-97FC-0D64C40733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642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E1B88D7-F3EA-4624-97FC-0D64C40733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CF44E4-B4E3-4EAA-9310-3294C94E3CB5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5" name="Gráfico 10">
            <a:extLst>
              <a:ext uri="{FF2B5EF4-FFF2-40B4-BE49-F238E27FC236}">
                <a16:creationId xmlns:a16="http://schemas.microsoft.com/office/drawing/2014/main" id="{7DB0C140-313B-405F-8A56-FC89E056A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7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D1892E-5FEA-4B53-9DF5-590D7700F1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044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D1892E-5FEA-4B53-9DF5-590D7700F1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464460" y="625475"/>
            <a:ext cx="932688" cy="932688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FF5D5D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9361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7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9251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EB000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CFD8C34-B094-40FA-BCD2-A53BF839DFFE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9" name="Gráfico 10">
            <a:extLst>
              <a:ext uri="{FF2B5EF4-FFF2-40B4-BE49-F238E27FC236}">
                <a16:creationId xmlns:a16="http://schemas.microsoft.com/office/drawing/2014/main" id="{150F66BA-028D-457F-A0EA-433FE29A4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4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868D3E2-46D0-42D1-A6CC-95BEC51551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5964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868D3E2-46D0-42D1-A6CC-95BEC51551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199207" cy="51398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33598AD-BB87-4E36-B5D4-6BB9DCA2CE4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4" name="Gráfico 10">
            <a:extLst>
              <a:ext uri="{FF2B5EF4-FFF2-40B4-BE49-F238E27FC236}">
                <a16:creationId xmlns:a16="http://schemas.microsoft.com/office/drawing/2014/main" id="{79D39F73-109E-4621-B74E-D6F44A1B85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F936FC0-E118-4105-AE8C-54C0999C8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25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F936FC0-E118-4105-AE8C-54C0999C8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46446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1900304-BCAB-4813-B4EF-C8D25B5C9D6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6D571C85-1D72-4A85-910A-53710732C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0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1EB62F5-B4AE-4E4A-A05F-881CF5F72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538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1EB62F5-B4AE-4E4A-A05F-881CF5F72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5F51A5-7A1B-4886-8C3E-D4D78F6DE8A6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0" name="Gráfico 10">
            <a:extLst>
              <a:ext uri="{FF2B5EF4-FFF2-40B4-BE49-F238E27FC236}">
                <a16:creationId xmlns:a16="http://schemas.microsoft.com/office/drawing/2014/main" id="{6BACCB2D-86B1-4446-B9B5-052CDE8E48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2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CC2B1D6-60DB-45B3-B100-74F55C0088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9122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CC2B1D6-60DB-45B3-B100-74F55C0088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7118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A376192-8D77-447F-B976-D3C872F849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5049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A376192-8D77-447F-B976-D3C872F84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/>
          <p:cNvSpPr txBox="1">
            <a:spLocks/>
          </p:cNvSpPr>
          <p:nvPr/>
        </p:nvSpPr>
        <p:spPr>
          <a:xfrm>
            <a:off x="639044" y="2966151"/>
            <a:ext cx="3199529" cy="7201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>
                <a:gradFill>
                  <a:gsLst>
                    <a:gs pos="100000">
                      <a:schemeClr val="tx2"/>
                    </a:gs>
                    <a:gs pos="2000">
                      <a:schemeClr val="accent2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67898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768E09-C474-4597-A607-4490C6DA81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1826" y="1802755"/>
            <a:ext cx="6209072" cy="3046988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132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41896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81F8FC4-54E5-4947-8802-04B5A8729DB4}"/>
              </a:ext>
            </a:extLst>
          </p:cNvPr>
          <p:cNvSpPr/>
          <p:nvPr userDrawn="1"/>
        </p:nvSpPr>
        <p:spPr>
          <a:xfrm>
            <a:off x="820237" y="3464159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1" name="Forma libre: forma 18">
            <a:extLst>
              <a:ext uri="{FF2B5EF4-FFF2-40B4-BE49-F238E27FC236}">
                <a16:creationId xmlns:a16="http://schemas.microsoft.com/office/drawing/2014/main" id="{EB897F3E-95C2-442A-809B-88C740FC4855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2" name="Picture 2" descr="Resultado de imagen de DJSI Member Log">
            <a:extLst>
              <a:ext uri="{FF2B5EF4-FFF2-40B4-BE49-F238E27FC236}">
                <a16:creationId xmlns:a16="http://schemas.microsoft.com/office/drawing/2014/main" id="{B7C9E202-F915-4379-8C3C-60824DFBA2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upo 19">
            <a:extLst>
              <a:ext uri="{FF2B5EF4-FFF2-40B4-BE49-F238E27FC236}">
                <a16:creationId xmlns:a16="http://schemas.microsoft.com/office/drawing/2014/main" id="{8D03AB31-02B5-4199-8E80-C40369B6DC2E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14" name="Imagen 21" descr="Imagen relacionada">
              <a:extLst>
                <a:ext uri="{FF2B5EF4-FFF2-40B4-BE49-F238E27FC236}">
                  <a16:creationId xmlns:a16="http://schemas.microsoft.com/office/drawing/2014/main" id="{4FE65679-9CE4-492A-89BA-71659CEA86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Imagen 23" descr="Imagen relacionada">
              <a:extLst>
                <a:ext uri="{FF2B5EF4-FFF2-40B4-BE49-F238E27FC236}">
                  <a16:creationId xmlns:a16="http://schemas.microsoft.com/office/drawing/2014/main" id="{9735A6D8-83C7-4BAC-9C33-4C04D63726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CuadroTexto 27">
            <a:extLst>
              <a:ext uri="{FF2B5EF4-FFF2-40B4-BE49-F238E27FC236}">
                <a16:creationId xmlns:a16="http://schemas.microsoft.com/office/drawing/2014/main" id="{9EEEFC30-1852-4D6B-8DA7-7AC1065BEE88}"/>
              </a:ext>
            </a:extLst>
          </p:cNvPr>
          <p:cNvSpPr txBox="1"/>
          <p:nvPr userDrawn="1"/>
        </p:nvSpPr>
        <p:spPr>
          <a:xfrm>
            <a:off x="721507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>
                <a:solidFill>
                  <a:srgbClr val="EC0000"/>
                </a:solidFill>
                <a:latin typeface="Santander Text" panose="020B0504020201020104" pitchFamily="34" charset="0"/>
              </a:rPr>
              <a:t>Thank You.</a:t>
            </a:r>
          </a:p>
        </p:txBody>
      </p:sp>
      <p:sp>
        <p:nvSpPr>
          <p:cNvPr id="18" name="Forma libre: forma 30">
            <a:extLst>
              <a:ext uri="{FF2B5EF4-FFF2-40B4-BE49-F238E27FC236}">
                <a16:creationId xmlns:a16="http://schemas.microsoft.com/office/drawing/2014/main" id="{2F61C956-9AE7-4E3B-890C-024E9641D459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4B87F180-12AD-41DB-BB7C-4708E3402180}"/>
              </a:ext>
            </a:extLst>
          </p:cNvPr>
          <p:cNvSpPr txBox="1"/>
          <p:nvPr userDrawn="1"/>
        </p:nvSpPr>
        <p:spPr>
          <a:xfrm>
            <a:off x="719289" y="1945651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purpose is to help people and businesses prosper.</a:t>
            </a:r>
          </a:p>
          <a:p>
            <a:endParaRPr lang="en-US" sz="1397">
              <a:solidFill>
                <a:srgbClr val="595959"/>
              </a:solidFill>
              <a:latin typeface="Santander Text" panose="020B0504020201020104" pitchFamily="34" charset="0"/>
            </a:endParaRPr>
          </a:p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culture is based on believing </a:t>
            </a:r>
            <a:b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</a:br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that everything we do should be:</a:t>
            </a:r>
          </a:p>
        </p:txBody>
      </p:sp>
      <p:pic>
        <p:nvPicPr>
          <p:cNvPr id="20" name="Gráfico 11">
            <a:extLst>
              <a:ext uri="{FF2B5EF4-FFF2-40B4-BE49-F238E27FC236}">
                <a16:creationId xmlns:a16="http://schemas.microsoft.com/office/drawing/2014/main" id="{7A6EDEB3-DC3C-41CF-A4BB-53D9BFB40E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2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3F2F8E-43C6-473B-BB86-8B66FAD1AC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939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3F2F8E-43C6-473B-BB86-8B66FAD1A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35409C-EEC0-4697-922E-41804253EF2D}"/>
              </a:ext>
            </a:extLst>
          </p:cNvPr>
          <p:cNvGrpSpPr/>
          <p:nvPr userDrawn="1"/>
        </p:nvGrpSpPr>
        <p:grpSpPr>
          <a:xfrm>
            <a:off x="1200" y="-5773"/>
            <a:ext cx="12189600" cy="6869546"/>
            <a:chOff x="1200" y="-5773"/>
            <a:chExt cx="12189600" cy="6869546"/>
          </a:xfrm>
        </p:grpSpPr>
        <p:sp>
          <p:nvSpPr>
            <p:cNvPr id="48" name="Slide edges">
              <a:extLst>
                <a:ext uri="{FF2B5EF4-FFF2-40B4-BE49-F238E27FC236}">
                  <a16:creationId xmlns:a16="http://schemas.microsoft.com/office/drawing/2014/main" id="{6F66A47D-10DD-41A7-A290-5A38DB83E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-5773"/>
              <a:ext cx="12189600" cy="6869546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9" name="Whitespace measure">
              <a:extLst>
                <a:ext uri="{FF2B5EF4-FFF2-40B4-BE49-F238E27FC236}">
                  <a16:creationId xmlns:a16="http://schemas.microsoft.com/office/drawing/2014/main" id="{7B7404E4-4590-4E7D-861E-2FAD51917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1494507"/>
              <a:ext cx="11263080" cy="581036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77A55600-F9A8-4F78-9C53-72AC179E5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99" y="1502190"/>
              <a:ext cx="10942499" cy="58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DB72AD3-0BEA-481F-B1CD-24764FE14762}"/>
                </a:ext>
              </a:extLst>
            </p:cNvPr>
            <p:cNvSpPr/>
            <p:nvPr/>
          </p:nvSpPr>
          <p:spPr>
            <a:xfrm>
              <a:off x="1200" y="0"/>
              <a:ext cx="12189600" cy="6863103"/>
            </a:xfrm>
            <a:custGeom>
              <a:avLst/>
              <a:gdLst>
                <a:gd name="connsiteX0" fmla="*/ 463260 w 12189600"/>
                <a:gd name="connsiteY0" fmla="*/ 623550 h 6863103"/>
                <a:gd name="connsiteX1" fmla="*/ 463260 w 12189600"/>
                <a:gd name="connsiteY1" fmla="*/ 6742382 h 6863103"/>
                <a:gd name="connsiteX2" fmla="*/ 11726340 w 12189600"/>
                <a:gd name="connsiteY2" fmla="*/ 6742382 h 6863103"/>
                <a:gd name="connsiteX3" fmla="*/ 11726340 w 12189600"/>
                <a:gd name="connsiteY3" fmla="*/ 623550 h 6863103"/>
                <a:gd name="connsiteX4" fmla="*/ 0 w 12189600"/>
                <a:gd name="connsiteY4" fmla="*/ 0 h 6863103"/>
                <a:gd name="connsiteX5" fmla="*/ 12189600 w 12189600"/>
                <a:gd name="connsiteY5" fmla="*/ 0 h 6863103"/>
                <a:gd name="connsiteX6" fmla="*/ 12189600 w 12189600"/>
                <a:gd name="connsiteY6" fmla="*/ 6863103 h 6863103"/>
                <a:gd name="connsiteX7" fmla="*/ 0 w 12189600"/>
                <a:gd name="connsiteY7" fmla="*/ 6863103 h 686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9600" h="6863103">
                  <a:moveTo>
                    <a:pt x="463260" y="623550"/>
                  </a:moveTo>
                  <a:lnTo>
                    <a:pt x="463260" y="6742382"/>
                  </a:lnTo>
                  <a:lnTo>
                    <a:pt x="11726340" y="6742382"/>
                  </a:lnTo>
                  <a:lnTo>
                    <a:pt x="11726340" y="623550"/>
                  </a:lnTo>
                  <a:close/>
                  <a:moveTo>
                    <a:pt x="0" y="0"/>
                  </a:moveTo>
                  <a:lnTo>
                    <a:pt x="12189600" y="0"/>
                  </a:lnTo>
                  <a:lnTo>
                    <a:pt x="12189600" y="6863103"/>
                  </a:lnTo>
                  <a:lnTo>
                    <a:pt x="0" y="6863103"/>
                  </a:lnTo>
                  <a:close/>
                </a:path>
              </a:pathLst>
            </a:custGeom>
            <a:solidFill>
              <a:srgbClr val="FF9797">
                <a:alpha val="4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Freeform 8">
              <a:extLst>
                <a:ext uri="{FF2B5EF4-FFF2-40B4-BE49-F238E27FC236}">
                  <a16:creationId xmlns:a16="http://schemas.microsoft.com/office/drawing/2014/main" id="{3967FCEB-D6C1-4458-B6BD-407AFCD566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0"/>
              <a:ext cx="12189600" cy="6863103"/>
            </a:xfrm>
            <a:custGeom>
              <a:avLst/>
              <a:gdLst>
                <a:gd name="T0" fmla="*/ 310 w 6021"/>
                <a:gd name="T1" fmla="*/ 742 h 3390"/>
                <a:gd name="T2" fmla="*/ 310 w 6021"/>
                <a:gd name="T3" fmla="*/ 742 h 3390"/>
                <a:gd name="T4" fmla="*/ 310 w 6021"/>
                <a:gd name="T5" fmla="*/ 310 h 3390"/>
                <a:gd name="T6" fmla="*/ 5715 w 6021"/>
                <a:gd name="T7" fmla="*/ 310 h 3390"/>
                <a:gd name="T8" fmla="*/ 5715 w 6021"/>
                <a:gd name="T9" fmla="*/ 742 h 3390"/>
                <a:gd name="T10" fmla="*/ 5715 w 6021"/>
                <a:gd name="T11" fmla="*/ 1029 h 3390"/>
                <a:gd name="T12" fmla="*/ 5715 w 6021"/>
                <a:gd name="T13" fmla="*/ 3040 h 3390"/>
                <a:gd name="T14" fmla="*/ 5715 w 6021"/>
                <a:gd name="T15" fmla="*/ 3043 h 3390"/>
                <a:gd name="T16" fmla="*/ 5715 w 6021"/>
                <a:gd name="T17" fmla="*/ 3230 h 3390"/>
                <a:gd name="T18" fmla="*/ 310 w 6021"/>
                <a:gd name="T19" fmla="*/ 3230 h 3390"/>
                <a:gd name="T20" fmla="*/ 310 w 6021"/>
                <a:gd name="T21" fmla="*/ 3040 h 3390"/>
                <a:gd name="T22" fmla="*/ 310 w 6021"/>
                <a:gd name="T23" fmla="*/ 1029 h 3390"/>
                <a:gd name="T24" fmla="*/ 310 w 6021"/>
                <a:gd name="T25" fmla="*/ 742 h 3390"/>
                <a:gd name="T26" fmla="*/ 6021 w 6021"/>
                <a:gd name="T27" fmla="*/ 0 h 3390"/>
                <a:gd name="T28" fmla="*/ 0 w 6021"/>
                <a:gd name="T29" fmla="*/ 0 h 3390"/>
                <a:gd name="T30" fmla="*/ 0 w 6021"/>
                <a:gd name="T31" fmla="*/ 3390 h 3390"/>
                <a:gd name="T32" fmla="*/ 6021 w 6021"/>
                <a:gd name="T33" fmla="*/ 3390 h 3390"/>
                <a:gd name="T34" fmla="*/ 6021 w 6021"/>
                <a:gd name="T35" fmla="*/ 0 h 3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21" h="3390">
                  <a:moveTo>
                    <a:pt x="310" y="742"/>
                  </a:moveTo>
                  <a:lnTo>
                    <a:pt x="310" y="742"/>
                  </a:lnTo>
                  <a:lnTo>
                    <a:pt x="310" y="310"/>
                  </a:lnTo>
                  <a:lnTo>
                    <a:pt x="5715" y="310"/>
                  </a:lnTo>
                  <a:lnTo>
                    <a:pt x="5715" y="742"/>
                  </a:lnTo>
                  <a:lnTo>
                    <a:pt x="5715" y="1029"/>
                  </a:lnTo>
                  <a:lnTo>
                    <a:pt x="5715" y="3040"/>
                  </a:lnTo>
                  <a:lnTo>
                    <a:pt x="5715" y="3043"/>
                  </a:lnTo>
                  <a:lnTo>
                    <a:pt x="5715" y="3230"/>
                  </a:lnTo>
                  <a:lnTo>
                    <a:pt x="310" y="3230"/>
                  </a:lnTo>
                  <a:lnTo>
                    <a:pt x="310" y="3040"/>
                  </a:lnTo>
                  <a:lnTo>
                    <a:pt x="310" y="1029"/>
                  </a:lnTo>
                  <a:lnTo>
                    <a:pt x="310" y="742"/>
                  </a:lnTo>
                  <a:moveTo>
                    <a:pt x="6021" y="0"/>
                  </a:moveTo>
                  <a:lnTo>
                    <a:pt x="0" y="0"/>
                  </a:lnTo>
                  <a:lnTo>
                    <a:pt x="0" y="3390"/>
                  </a:lnTo>
                  <a:lnTo>
                    <a:pt x="6021" y="3390"/>
                  </a:lnTo>
                  <a:lnTo>
                    <a:pt x="60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AAE27AE-A761-4086-BA43-07FA9DEE1DE5}"/>
                </a:ext>
              </a:extLst>
            </p:cNvPr>
            <p:cNvGrpSpPr/>
            <p:nvPr/>
          </p:nvGrpSpPr>
          <p:grpSpPr>
            <a:xfrm>
              <a:off x="1383311" y="623550"/>
              <a:ext cx="9425383" cy="5537047"/>
              <a:chOff x="1383311" y="623550"/>
              <a:chExt cx="9425383" cy="5537047"/>
            </a:xfrm>
          </p:grpSpPr>
          <p:sp>
            <p:nvSpPr>
              <p:cNvPr id="123" name="Rectangle 34">
                <a:extLst>
                  <a:ext uri="{FF2B5EF4-FFF2-40B4-BE49-F238E27FC236}">
                    <a16:creationId xmlns:a16="http://schemas.microsoft.com/office/drawing/2014/main" id="{757E33AF-D627-484B-A2EE-7E93D8FF6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4150" y="623550"/>
                <a:ext cx="289506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Rectangle 35">
                <a:extLst>
                  <a:ext uri="{FF2B5EF4-FFF2-40B4-BE49-F238E27FC236}">
                    <a16:creationId xmlns:a16="http://schemas.microsoft.com/office/drawing/2014/main" id="{EC6697D7-9E39-45B6-8D06-FDB9F79C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3755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Rectangle 36">
                <a:extLst>
                  <a:ext uri="{FF2B5EF4-FFF2-40B4-BE49-F238E27FC236}">
                    <a16:creationId xmlns:a16="http://schemas.microsoft.com/office/drawing/2014/main" id="{6AD2B1E5-F4E7-478A-8827-527BD7197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0977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Rectangle 37">
                <a:extLst>
                  <a:ext uri="{FF2B5EF4-FFF2-40B4-BE49-F238E27FC236}">
                    <a16:creationId xmlns:a16="http://schemas.microsoft.com/office/drawing/2014/main" id="{94AD912F-A235-4C46-A981-0D6FF7A14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6533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Rectangle 38">
                <a:extLst>
                  <a:ext uri="{FF2B5EF4-FFF2-40B4-BE49-F238E27FC236}">
                    <a16:creationId xmlns:a16="http://schemas.microsoft.com/office/drawing/2014/main" id="{04341D2E-2391-4A3E-9EA7-4717F1A36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9311" y="623550"/>
                <a:ext cx="279383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Rectangle 39">
                <a:extLst>
                  <a:ext uri="{FF2B5EF4-FFF2-40B4-BE49-F238E27FC236}">
                    <a16:creationId xmlns:a16="http://schemas.microsoft.com/office/drawing/2014/main" id="{E40A6458-DA2A-475F-97FF-2470A018A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274" y="623550"/>
                <a:ext cx="293555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Rectangle 40">
                <a:extLst>
                  <a:ext uri="{FF2B5EF4-FFF2-40B4-BE49-F238E27FC236}">
                    <a16:creationId xmlns:a16="http://schemas.microsoft.com/office/drawing/2014/main" id="{ADE8E87E-384C-4795-94B3-76EB8F6C0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11" y="623550"/>
                <a:ext cx="29153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Rectangle 41">
                <a:extLst>
                  <a:ext uri="{FF2B5EF4-FFF2-40B4-BE49-F238E27FC236}">
                    <a16:creationId xmlns:a16="http://schemas.microsoft.com/office/drawing/2014/main" id="{6918D558-9CB0-4B70-941A-1848C884C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162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Rectangle 42">
                <a:extLst>
                  <a:ext uri="{FF2B5EF4-FFF2-40B4-BE49-F238E27FC236}">
                    <a16:creationId xmlns:a16="http://schemas.microsoft.com/office/drawing/2014/main" id="{92FC6A38-EF62-4FB8-9141-9E95CC82B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940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Rectangle 43">
                <a:extLst>
                  <a:ext uri="{FF2B5EF4-FFF2-40B4-BE49-F238E27FC236}">
                    <a16:creationId xmlns:a16="http://schemas.microsoft.com/office/drawing/2014/main" id="{7F4F6BAA-971D-43D2-88A0-2C6BFE40A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7718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Rectangle 44">
                <a:extLst>
                  <a:ext uri="{FF2B5EF4-FFF2-40B4-BE49-F238E27FC236}">
                    <a16:creationId xmlns:a16="http://schemas.microsoft.com/office/drawing/2014/main" id="{54107A8E-0116-4948-BF4B-00AD5D931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496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8" name="Live space">
              <a:extLst>
                <a:ext uri="{FF2B5EF4-FFF2-40B4-BE49-F238E27FC236}">
                  <a16:creationId xmlns:a16="http://schemas.microsoft.com/office/drawing/2014/main" id="{223D537B-029A-4182-A5EB-17B26AB25B4E}"/>
                </a:ext>
              </a:extLst>
            </p:cNvPr>
            <p:cNvSpPr/>
            <p:nvPr/>
          </p:nvSpPr>
          <p:spPr>
            <a:xfrm>
              <a:off x="464460" y="2075543"/>
              <a:ext cx="11263080" cy="4079875"/>
            </a:xfrm>
            <a:prstGeom prst="rect">
              <a:avLst/>
            </a:prstGeom>
            <a:noFill/>
            <a:ln w="9525">
              <a:solidFill>
                <a:srgbClr val="EB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99" name="Footnote measure">
              <a:extLst>
                <a:ext uri="{FF2B5EF4-FFF2-40B4-BE49-F238E27FC236}">
                  <a16:creationId xmlns:a16="http://schemas.microsoft.com/office/drawing/2014/main" id="{BD1E184E-BA76-4816-9096-14320A51B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6155418"/>
              <a:ext cx="11263080" cy="586964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702A537-65C4-411D-AA00-BF4DB6A67101}"/>
                </a:ext>
              </a:extLst>
            </p:cNvPr>
            <p:cNvGrpSpPr/>
            <p:nvPr/>
          </p:nvGrpSpPr>
          <p:grpSpPr>
            <a:xfrm>
              <a:off x="1200" y="623550"/>
              <a:ext cx="12189600" cy="5531868"/>
              <a:chOff x="1200" y="623550"/>
              <a:chExt cx="12189600" cy="5531868"/>
            </a:xfrm>
          </p:grpSpPr>
          <p:sp>
            <p:nvSpPr>
              <p:cNvPr id="103" name="Line 14">
                <a:extLst>
                  <a:ext uri="{FF2B5EF4-FFF2-40B4-BE49-F238E27FC236}">
                    <a16:creationId xmlns:a16="http://schemas.microsoft.com/office/drawing/2014/main" id="{5C200F49-50B5-4496-BD42-AE0AEB0D2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91470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Line 15">
                <a:extLst>
                  <a:ext uri="{FF2B5EF4-FFF2-40B4-BE49-F238E27FC236}">
                    <a16:creationId xmlns:a16="http://schemas.microsoft.com/office/drawing/2014/main" id="{D9661390-A599-49D1-8A14-9A80F7F8D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2355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Line 17">
                <a:extLst>
                  <a:ext uri="{FF2B5EF4-FFF2-40B4-BE49-F238E27FC236}">
                    <a16:creationId xmlns:a16="http://schemas.microsoft.com/office/drawing/2014/main" id="{56D2EA5F-6B29-4CCE-A74F-13DE4049C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20585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Line 18">
                <a:extLst>
                  <a:ext uri="{FF2B5EF4-FFF2-40B4-BE49-F238E27FC236}">
                    <a16:creationId xmlns:a16="http://schemas.microsoft.com/office/drawing/2014/main" id="{C0D1531F-6CA3-4091-9BE9-EF2A62379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49700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Line 19">
                <a:extLst>
                  <a:ext uri="{FF2B5EF4-FFF2-40B4-BE49-F238E27FC236}">
                    <a16:creationId xmlns:a16="http://schemas.microsoft.com/office/drawing/2014/main" id="{65DA1FDD-0B5E-4B19-86DD-95522282A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78815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Line 20">
                <a:extLst>
                  <a:ext uri="{FF2B5EF4-FFF2-40B4-BE49-F238E27FC236}">
                    <a16:creationId xmlns:a16="http://schemas.microsoft.com/office/drawing/2014/main" id="{C2FAC051-6056-41AD-9FE7-5C38EA320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07930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Line 21">
                <a:extLst>
                  <a:ext uri="{FF2B5EF4-FFF2-40B4-BE49-F238E27FC236}">
                    <a16:creationId xmlns:a16="http://schemas.microsoft.com/office/drawing/2014/main" id="{46BA5B4D-E99F-4D91-9564-02066722A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37045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Line 22">
                <a:extLst>
                  <a:ext uri="{FF2B5EF4-FFF2-40B4-BE49-F238E27FC236}">
                    <a16:creationId xmlns:a16="http://schemas.microsoft.com/office/drawing/2014/main" id="{6DD2A49E-7AEB-4B25-876F-2EAFF50EED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6160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Line 23">
                <a:extLst>
                  <a:ext uri="{FF2B5EF4-FFF2-40B4-BE49-F238E27FC236}">
                    <a16:creationId xmlns:a16="http://schemas.microsoft.com/office/drawing/2014/main" id="{1E18CC5A-0FEE-4E67-983D-425E31341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95275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Line 24">
                <a:extLst>
                  <a:ext uri="{FF2B5EF4-FFF2-40B4-BE49-F238E27FC236}">
                    <a16:creationId xmlns:a16="http://schemas.microsoft.com/office/drawing/2014/main" id="{C47013A5-EF9A-4A0C-B225-4E696C861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243909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Line 25">
                <a:extLst>
                  <a:ext uri="{FF2B5EF4-FFF2-40B4-BE49-F238E27FC236}">
                    <a16:creationId xmlns:a16="http://schemas.microsoft.com/office/drawing/2014/main" id="{286EC1DE-21F9-4267-8138-76196B5E9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53506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Line 26">
                <a:extLst>
                  <a:ext uri="{FF2B5EF4-FFF2-40B4-BE49-F238E27FC236}">
                    <a16:creationId xmlns:a16="http://schemas.microsoft.com/office/drawing/2014/main" id="{A3FD46A1-E44A-4297-A574-E845BF797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82621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27">
                <a:extLst>
                  <a:ext uri="{FF2B5EF4-FFF2-40B4-BE49-F238E27FC236}">
                    <a16:creationId xmlns:a16="http://schemas.microsoft.com/office/drawing/2014/main" id="{CDB67281-A782-497C-89D3-E41E8ECC5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11736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Line 28">
                <a:extLst>
                  <a:ext uri="{FF2B5EF4-FFF2-40B4-BE49-F238E27FC236}">
                    <a16:creationId xmlns:a16="http://schemas.microsoft.com/office/drawing/2014/main" id="{1DD6BF82-727B-4AFF-8229-F1210EB80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40851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Line 29">
                <a:extLst>
                  <a:ext uri="{FF2B5EF4-FFF2-40B4-BE49-F238E27FC236}">
                    <a16:creationId xmlns:a16="http://schemas.microsoft.com/office/drawing/2014/main" id="{2438866D-D2B1-481E-92EA-FAA3FAF4A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69966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Line 30">
                <a:extLst>
                  <a:ext uri="{FF2B5EF4-FFF2-40B4-BE49-F238E27FC236}">
                    <a16:creationId xmlns:a16="http://schemas.microsoft.com/office/drawing/2014/main" id="{43659932-2A06-4542-B317-9B67718BC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99081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Line 31">
                <a:extLst>
                  <a:ext uri="{FF2B5EF4-FFF2-40B4-BE49-F238E27FC236}">
                    <a16:creationId xmlns:a16="http://schemas.microsoft.com/office/drawing/2014/main" id="{D8F08BEE-890B-415E-B6B5-A857B8F74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28196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Line 32">
                <a:extLst>
                  <a:ext uri="{FF2B5EF4-FFF2-40B4-BE49-F238E27FC236}">
                    <a16:creationId xmlns:a16="http://schemas.microsoft.com/office/drawing/2014/main" id="{D70182C3-6DB8-4EAE-A2FD-85674CA4C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57311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Line 16">
                <a:extLst>
                  <a:ext uri="{FF2B5EF4-FFF2-40B4-BE49-F238E27FC236}">
                    <a16:creationId xmlns:a16="http://schemas.microsoft.com/office/drawing/2014/main" id="{D4BAC4AB-A1FA-46A2-B58D-EC1BFAD85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15541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Line 33">
                <a:extLst>
                  <a:ext uri="{FF2B5EF4-FFF2-40B4-BE49-F238E27FC236}">
                    <a16:creationId xmlns:a16="http://schemas.microsoft.com/office/drawing/2014/main" id="{CF3FB8A1-F106-4238-B7D1-3B0A642E9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86426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1" name="Five column measure">
              <a:extLst>
                <a:ext uri="{FF2B5EF4-FFF2-40B4-BE49-F238E27FC236}">
                  <a16:creationId xmlns:a16="http://schemas.microsoft.com/office/drawing/2014/main" id="{E5201F0E-0E3E-45EF-8C37-DD2824BD9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799" y="5976438"/>
              <a:ext cx="10942499" cy="66810"/>
            </a:xfrm>
            <a:custGeom>
              <a:avLst/>
              <a:gdLst>
                <a:gd name="T0" fmla="*/ 1113 w 5405"/>
                <a:gd name="T1" fmla="*/ 0 h 33"/>
                <a:gd name="T2" fmla="*/ 2068 w 5405"/>
                <a:gd name="T3" fmla="*/ 0 h 33"/>
                <a:gd name="T4" fmla="*/ 2068 w 5405"/>
                <a:gd name="T5" fmla="*/ 33 h 33"/>
                <a:gd name="T6" fmla="*/ 1113 w 5405"/>
                <a:gd name="T7" fmla="*/ 33 h 33"/>
                <a:gd name="T8" fmla="*/ 1113 w 5405"/>
                <a:gd name="T9" fmla="*/ 0 h 33"/>
                <a:gd name="T10" fmla="*/ 1113 w 5405"/>
                <a:gd name="T11" fmla="*/ 0 h 33"/>
                <a:gd name="T12" fmla="*/ 4449 w 5405"/>
                <a:gd name="T13" fmla="*/ 0 h 33"/>
                <a:gd name="T14" fmla="*/ 4449 w 5405"/>
                <a:gd name="T15" fmla="*/ 33 h 33"/>
                <a:gd name="T16" fmla="*/ 5405 w 5405"/>
                <a:gd name="T17" fmla="*/ 33 h 33"/>
                <a:gd name="T18" fmla="*/ 5405 w 5405"/>
                <a:gd name="T19" fmla="*/ 0 h 33"/>
                <a:gd name="T20" fmla="*/ 4449 w 5405"/>
                <a:gd name="T21" fmla="*/ 0 h 33"/>
                <a:gd name="T22" fmla="*/ 4449 w 5405"/>
                <a:gd name="T23" fmla="*/ 0 h 33"/>
                <a:gd name="T24" fmla="*/ 3337 w 5405"/>
                <a:gd name="T25" fmla="*/ 0 h 33"/>
                <a:gd name="T26" fmla="*/ 3337 w 5405"/>
                <a:gd name="T27" fmla="*/ 33 h 33"/>
                <a:gd name="T28" fmla="*/ 4293 w 5405"/>
                <a:gd name="T29" fmla="*/ 33 h 33"/>
                <a:gd name="T30" fmla="*/ 4293 w 5405"/>
                <a:gd name="T31" fmla="*/ 0 h 33"/>
                <a:gd name="T32" fmla="*/ 3337 w 5405"/>
                <a:gd name="T33" fmla="*/ 0 h 33"/>
                <a:gd name="T34" fmla="*/ 3337 w 5405"/>
                <a:gd name="T35" fmla="*/ 0 h 33"/>
                <a:gd name="T36" fmla="*/ 2225 w 5405"/>
                <a:gd name="T37" fmla="*/ 0 h 33"/>
                <a:gd name="T38" fmla="*/ 2225 w 5405"/>
                <a:gd name="T39" fmla="*/ 33 h 33"/>
                <a:gd name="T40" fmla="*/ 3180 w 5405"/>
                <a:gd name="T41" fmla="*/ 33 h 33"/>
                <a:gd name="T42" fmla="*/ 3180 w 5405"/>
                <a:gd name="T43" fmla="*/ 0 h 33"/>
                <a:gd name="T44" fmla="*/ 2225 w 5405"/>
                <a:gd name="T45" fmla="*/ 0 h 33"/>
                <a:gd name="T46" fmla="*/ 2225 w 5405"/>
                <a:gd name="T47" fmla="*/ 0 h 33"/>
                <a:gd name="T48" fmla="*/ 0 w 5405"/>
                <a:gd name="T49" fmla="*/ 0 h 33"/>
                <a:gd name="T50" fmla="*/ 0 w 5405"/>
                <a:gd name="T51" fmla="*/ 33 h 33"/>
                <a:gd name="T52" fmla="*/ 955 w 5405"/>
                <a:gd name="T53" fmla="*/ 33 h 33"/>
                <a:gd name="T54" fmla="*/ 955 w 5405"/>
                <a:gd name="T55" fmla="*/ 0 h 33"/>
                <a:gd name="T56" fmla="*/ 0 w 5405"/>
                <a:gd name="T57" fmla="*/ 0 h 33"/>
                <a:gd name="T58" fmla="*/ 0 w 5405"/>
                <a:gd name="T5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405" h="33">
                  <a:moveTo>
                    <a:pt x="1113" y="0"/>
                  </a:moveTo>
                  <a:lnTo>
                    <a:pt x="2068" y="0"/>
                  </a:lnTo>
                  <a:lnTo>
                    <a:pt x="2068" y="33"/>
                  </a:lnTo>
                  <a:lnTo>
                    <a:pt x="1113" y="33"/>
                  </a:lnTo>
                  <a:lnTo>
                    <a:pt x="1113" y="0"/>
                  </a:lnTo>
                  <a:lnTo>
                    <a:pt x="1113" y="0"/>
                  </a:lnTo>
                  <a:close/>
                  <a:moveTo>
                    <a:pt x="4449" y="0"/>
                  </a:moveTo>
                  <a:lnTo>
                    <a:pt x="4449" y="33"/>
                  </a:lnTo>
                  <a:lnTo>
                    <a:pt x="5405" y="33"/>
                  </a:lnTo>
                  <a:lnTo>
                    <a:pt x="5405" y="0"/>
                  </a:lnTo>
                  <a:lnTo>
                    <a:pt x="4449" y="0"/>
                  </a:lnTo>
                  <a:lnTo>
                    <a:pt x="4449" y="0"/>
                  </a:lnTo>
                  <a:close/>
                  <a:moveTo>
                    <a:pt x="3337" y="0"/>
                  </a:moveTo>
                  <a:lnTo>
                    <a:pt x="3337" y="33"/>
                  </a:lnTo>
                  <a:lnTo>
                    <a:pt x="4293" y="33"/>
                  </a:lnTo>
                  <a:lnTo>
                    <a:pt x="4293" y="0"/>
                  </a:lnTo>
                  <a:lnTo>
                    <a:pt x="3337" y="0"/>
                  </a:lnTo>
                  <a:lnTo>
                    <a:pt x="3337" y="0"/>
                  </a:lnTo>
                  <a:close/>
                  <a:moveTo>
                    <a:pt x="2225" y="0"/>
                  </a:moveTo>
                  <a:lnTo>
                    <a:pt x="2225" y="33"/>
                  </a:lnTo>
                  <a:lnTo>
                    <a:pt x="3180" y="33"/>
                  </a:lnTo>
                  <a:lnTo>
                    <a:pt x="3180" y="0"/>
                  </a:lnTo>
                  <a:lnTo>
                    <a:pt x="2225" y="0"/>
                  </a:lnTo>
                  <a:lnTo>
                    <a:pt x="2225" y="0"/>
                  </a:lnTo>
                  <a:close/>
                  <a:moveTo>
                    <a:pt x="0" y="0"/>
                  </a:moveTo>
                  <a:lnTo>
                    <a:pt x="0" y="33"/>
                  </a:lnTo>
                  <a:lnTo>
                    <a:pt x="955" y="33"/>
                  </a:lnTo>
                  <a:lnTo>
                    <a:pt x="95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5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ootnote example">
              <a:extLst>
                <a:ext uri="{FF2B5EF4-FFF2-40B4-BE49-F238E27FC236}">
                  <a16:creationId xmlns:a16="http://schemas.microsoft.com/office/drawing/2014/main" id="{2210F762-A290-4626-943F-AFBDED176EAD}"/>
                </a:ext>
              </a:extLst>
            </p:cNvPr>
            <p:cNvSpPr txBox="1"/>
            <p:nvPr/>
          </p:nvSpPr>
          <p:spPr>
            <a:xfrm>
              <a:off x="1688182" y="6368431"/>
              <a:ext cx="9030914" cy="37394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1. xxxx  2. xxxx  3. List footnotes in numerical order. Footnote numbers are not bracketed. Use 9pt font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  <a:endParaRPr kumimoji="0" lang="en-US" sz="900" b="0" i="0" u="none" strike="noStrike" kern="1200" cap="none" spc="0" normalizeH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sym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87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3818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190100" y="1115416"/>
            <a:ext cx="2327880" cy="8817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A673F4-E84A-4906-9EE0-E47E759AB8D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4" name="Gráfico 10">
            <a:extLst>
              <a:ext uri="{FF2B5EF4-FFF2-40B4-BE49-F238E27FC236}">
                <a16:creationId xmlns:a16="http://schemas.microsoft.com/office/drawing/2014/main" id="{5DA82A7E-30C4-4DA6-B2E8-92B7DE3E2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1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03602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89E48E6-9479-4108-B4CD-35A299602EEE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B21354F-8F55-4E0A-8C34-B734AFBD5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188340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18A826-B7F6-4DE4-B495-06E55312FCC4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E36A802-7AF8-46E6-B7DE-533EA7B6B9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7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6950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464460" y="3276651"/>
            <a:ext cx="1547143" cy="3046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DDCE68-9857-42B6-979C-C07AE3C4CFBA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FBBA0C41-A645-401D-90D5-0497650589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38629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5D5D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accent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190100" y="1115416"/>
            <a:ext cx="2327880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>
                <a:solidFill>
                  <a:srgbClr val="FF5D5D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6557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4691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14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14020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rgbClr val="FF5D5D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rgbClr val="FF5D5D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93787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464460" y="3276651"/>
            <a:ext cx="1161047" cy="3046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34E82-0979-4FA1-BAF0-E612A916C69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2" name="Gráfico 10">
            <a:extLst>
              <a:ext uri="{FF2B5EF4-FFF2-40B4-BE49-F238E27FC236}">
                <a16:creationId xmlns:a16="http://schemas.microsoft.com/office/drawing/2014/main" id="{864775A1-D98F-4B20-B33A-70A53B4F76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4966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46446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FF5D5D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E576499-88DB-4505-BF9A-F236812695C9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0C81D4A7-091E-4221-8838-64A976790B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5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2895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  <a:endParaRPr lang="pt-BR" sz="7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32399"/>
          </a:xfrm>
        </p:spPr>
        <p:txBody>
          <a:bodyPr vert="horz"/>
          <a:lstStyle>
            <a:lvl1pPr rtl="0"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pt-BR"/>
              <a:t>Click to add title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17F41CB-8A47-94A4-7407-1A1E830C69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917" t="24439" r="12917" b="33917"/>
          <a:stretch/>
        </p:blipFill>
        <p:spPr>
          <a:xfrm>
            <a:off x="9725400" y="6356076"/>
            <a:ext cx="1022516" cy="205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89ED36-9C92-B05C-00F7-366905EBA7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475" y="6378610"/>
            <a:ext cx="437237" cy="17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124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574431" y="365126"/>
            <a:ext cx="11043138" cy="99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ftr" idx="11"/>
          </p:nvPr>
        </p:nvSpPr>
        <p:spPr>
          <a:xfrm>
            <a:off x="574431" y="6356350"/>
            <a:ext cx="110431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sldNum" idx="12"/>
          </p:nvPr>
        </p:nvSpPr>
        <p:spPr>
          <a:xfrm>
            <a:off x="11617568" y="6356350"/>
            <a:ext cx="4220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001460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34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Forma libre: forma 18">
            <a:extLst>
              <a:ext uri="{FF2B5EF4-FFF2-40B4-BE49-F238E27FC236}">
                <a16:creationId xmlns:a16="http://schemas.microsoft.com/office/drawing/2014/main" id="{7FE308E0-D81F-4DB2-8F22-D6C937466584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7" name="Picture 2" descr="Resultado de imagen de DJSI Member Log">
            <a:extLst>
              <a:ext uri="{FF2B5EF4-FFF2-40B4-BE49-F238E27FC236}">
                <a16:creationId xmlns:a16="http://schemas.microsoft.com/office/drawing/2014/main" id="{17557D72-9B93-4AA2-8A14-2F1F3C2D63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9">
            <a:extLst>
              <a:ext uri="{FF2B5EF4-FFF2-40B4-BE49-F238E27FC236}">
                <a16:creationId xmlns:a16="http://schemas.microsoft.com/office/drawing/2014/main" id="{196AAF2A-759F-4ED8-91EA-C09C2EE16E88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23" name="Imagen 21" descr="Imagen relacionada">
              <a:extLst>
                <a:ext uri="{FF2B5EF4-FFF2-40B4-BE49-F238E27FC236}">
                  <a16:creationId xmlns:a16="http://schemas.microsoft.com/office/drawing/2014/main" id="{09994C99-AF3A-43DF-B34D-9377C442FE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DDF514C2-91E9-4E60-9CDB-B206F0D352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Forma libre: forma 30">
            <a:extLst>
              <a:ext uri="{FF2B5EF4-FFF2-40B4-BE49-F238E27FC236}">
                <a16:creationId xmlns:a16="http://schemas.microsoft.com/office/drawing/2014/main" id="{6B162926-3FE5-422F-82C4-76F34E02DEC1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28" name="Gráfico 11">
            <a:extLst>
              <a:ext uri="{FF2B5EF4-FFF2-40B4-BE49-F238E27FC236}">
                <a16:creationId xmlns:a16="http://schemas.microsoft.com/office/drawing/2014/main" id="{DAAB6F93-1958-433A-BDCF-4DA96052FB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FE9EB4F3-84B8-41E9-8132-99B6FA2A77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721745" y="1096485"/>
            <a:ext cx="4934308" cy="1407004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algn="l">
              <a:lnSpc>
                <a:spcPct val="93000"/>
              </a:lnSpc>
              <a:defRPr sz="4600" baseline="0">
                <a:solidFill>
                  <a:srgbClr val="FF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D97D63B5-0C6E-4716-876F-5CEB9F8999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24620" y="2722142"/>
            <a:ext cx="4934309" cy="243645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in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51518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3400958-F1B6-486E-B971-EBA46AAAC5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109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3400958-F1B6-486E-B971-EBA46AAAC5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F595605-927E-4A98-B6EC-DBE34A519D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16573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AD25079-A4AF-4400-A203-42E466D9F0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4137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AD25079-A4AF-4400-A203-42E466D9F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0" y="2075543"/>
            <a:ext cx="11263080" cy="40798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535146A9-55D9-479F-B88D-DF8164B1E4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27300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D3B9CCE-C23C-4B5C-B0A0-EF07764266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7145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D3B9CCE-C23C-4B5C-B0A0-EF07764266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363993" y="1544274"/>
            <a:ext cx="3718407" cy="1495794"/>
          </a:xfrm>
        </p:spPr>
        <p:txBody>
          <a:bodyPr vert="horz" wrap="square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6" name="Gráfico 10">
            <a:extLst>
              <a:ext uri="{FF2B5EF4-FFF2-40B4-BE49-F238E27FC236}">
                <a16:creationId xmlns:a16="http://schemas.microsoft.com/office/drawing/2014/main" id="{001EC57D-BB43-486D-971D-60B75478FF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40ECE2F-96B8-457C-9993-567E7D65D5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11573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40ECE2F-96B8-457C-9993-567E7D65D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FA9F4F7-C5C8-45E9-AFFC-83822824D12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565A961C-02B5-4262-8A6C-1D2551756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2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511B35-7296-4A32-87CA-5A6DE84866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626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511B35-7296-4A32-87CA-5A6DE84866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464460" y="3826800"/>
            <a:ext cx="11263080" cy="2041200"/>
          </a:xfrm>
        </p:spPr>
        <p:txBody>
          <a:bodyPr vert="horz" lIns="0" tIns="0" rIns="0" bIns="0"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464460" y="3680016"/>
            <a:ext cx="11730742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3C85A7C-51DE-4BDE-BF2B-0AC2A731DB6F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9" name="Gráfico 10">
            <a:extLst>
              <a:ext uri="{FF2B5EF4-FFF2-40B4-BE49-F238E27FC236}">
                <a16:creationId xmlns:a16="http://schemas.microsoft.com/office/drawing/2014/main" id="{9D333358-1DC3-4741-B873-53BC1495A5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5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B58A6A7-FA04-449B-BF41-79DB0AD40C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4783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B58A6A7-FA04-449B-BF41-79DB0AD40C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603F690-ECB8-4D67-BC80-2686BF801D6D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922AD3E7-36B3-4668-BFD6-2524809F7B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3C33094-381F-45CD-893C-6DE67AC234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3370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3C33094-381F-45CD-893C-6DE67AC234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2807" cy="51398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695FFFDC-E8E5-461F-A5A8-30E732BAADD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2" name="Gráfico 10">
            <a:extLst>
              <a:ext uri="{FF2B5EF4-FFF2-40B4-BE49-F238E27FC236}">
                <a16:creationId xmlns:a16="http://schemas.microsoft.com/office/drawing/2014/main" id="{653E0F08-53B3-4E5A-8B66-5079C27222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6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FD1D1E-5C4A-4324-90FE-D43AF2E88B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433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FD1D1E-5C4A-4324-90FE-D43AF2E88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A430361-CE8D-4EF1-9FF0-28F23391716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71B0CE5E-4F0C-457F-80D3-F3F8D140D6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9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9F5575-5832-4BF4-ADFE-D18D47837A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2455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9F5575-5832-4BF4-ADFE-D18D47837A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363993" y="1785600"/>
            <a:ext cx="4654407" cy="3286800"/>
          </a:xfrm>
          <a:prstGeom prst="rect">
            <a:avLst/>
          </a:prstGeom>
          <a:noFill/>
        </p:spPr>
        <p:txBody>
          <a:bodyPr vert="horz" wrap="square" lIns="91440" tIns="45720" rIns="320040" bIns="4572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C2BD534-594D-47E5-B410-C977013CA6E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2" name="Gráfico 10">
            <a:extLst>
              <a:ext uri="{FF2B5EF4-FFF2-40B4-BE49-F238E27FC236}">
                <a16:creationId xmlns:a16="http://schemas.microsoft.com/office/drawing/2014/main" id="{BE57DA90-205C-4B1C-B7C2-3C5874F311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2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72E80E5-AF90-467B-B9B7-5F8A464822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51563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72E80E5-AF90-467B-B9B7-5F8A46482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363993" y="1804650"/>
            <a:ext cx="6513559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E92FF58-785F-40D0-A09E-58515D4FA67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C0C9149E-46DD-468E-9B5F-4F6A995362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A5D0BD4-7F68-4EB0-9121-1D8F429632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05226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A5D0BD4-7F68-4EB0-9121-1D8F42963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A25C555-BD9C-42E9-A8C2-D97554E7A8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A5A06368-CF23-48ED-A864-7A7B56646DB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6" name="Gráfico 10">
            <a:extLst>
              <a:ext uri="{FF2B5EF4-FFF2-40B4-BE49-F238E27FC236}">
                <a16:creationId xmlns:a16="http://schemas.microsoft.com/office/drawing/2014/main" id="{FEC532FC-00EE-488A-A45B-27C010972F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5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136896A-3E29-433E-8AF6-BCB409E28D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19716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136896A-3E29-433E-8AF6-BCB409E28D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 anchorCtr="0">
            <a:noAutofit/>
          </a:bodyPr>
          <a:lstStyle>
            <a:lvl1pPr>
              <a:defRPr sz="22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7DDE41AC-0D78-4C72-85DD-999F04D39E43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6FF9B0A9-84BE-4593-B253-56194A82C8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28860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2CBF43E-332A-491B-9ADF-7524124C5593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01818649-836D-4DC1-AE97-90829423F5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636CB50-FA1B-4FDD-A974-2251794F7F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06047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636CB50-FA1B-4FDD-A974-2251794F7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64377D0-E6C5-4C97-81C9-D49471AA8825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A64AF0A9-5166-473A-8E0D-2E56BC3F97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1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32FA692-5C9F-4FE5-9FF9-1465CB2D4A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6439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32FA692-5C9F-4FE5-9FF9-1465CB2D4A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4939653" cy="513982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91275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lang="en-US" sz="2200" kern="1200" dirty="0">
                <a:solidFill>
                  <a:srgbClr val="458FA3"/>
                </a:solidFill>
                <a:latin typeface="Santander Headline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73247E4-EB0A-4A20-A593-1F73E007184F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1" name="Gráfico 10">
            <a:extLst>
              <a:ext uri="{FF2B5EF4-FFF2-40B4-BE49-F238E27FC236}">
                <a16:creationId xmlns:a16="http://schemas.microsoft.com/office/drawing/2014/main" id="{43E82DAE-EBAC-4FBD-8FF6-D1F93C7399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7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6D0871-1A22-4976-97AA-1C53B632AA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1660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6D0871-1A22-4976-97AA-1C53B632AA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4939653" cy="51398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E0AD5CE1-C373-44B5-84F1-7E13AD863383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1" name="Gráfico 10">
            <a:extLst>
              <a:ext uri="{FF2B5EF4-FFF2-40B4-BE49-F238E27FC236}">
                <a16:creationId xmlns:a16="http://schemas.microsoft.com/office/drawing/2014/main" id="{B9A3D3E9-CD02-4394-8FA7-96B87B703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58B1872-8E7B-48BF-A9BB-F7DF486499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43702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58B1872-8E7B-48BF-A9BB-F7DF486499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2807" cy="51398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/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812D372-DB3C-41EE-91C9-67533A016F7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0D5FE38A-F7AE-4F49-B2C2-ECF0D6EEBA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8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77E1878-50A1-45C4-A226-395DE6223F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4522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77E1878-50A1-45C4-A226-395DE6223F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2807" cy="51398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8F72BA9-A67A-46BF-BFAB-8D19A962C5A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2" name="Gráfico 10">
            <a:extLst>
              <a:ext uri="{FF2B5EF4-FFF2-40B4-BE49-F238E27FC236}">
                <a16:creationId xmlns:a16="http://schemas.microsoft.com/office/drawing/2014/main" id="{72439B72-6564-4508-A62E-5AB60D7E59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6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CC99D05-42E2-48F4-9989-2D138424FE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1500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CC99D05-42E2-48F4-9989-2D138424F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5160514-17D3-49F1-A067-41F37C1DB6C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2" name="Gráfico 10">
            <a:extLst>
              <a:ext uri="{FF2B5EF4-FFF2-40B4-BE49-F238E27FC236}">
                <a16:creationId xmlns:a16="http://schemas.microsoft.com/office/drawing/2014/main" id="{0FE801CA-B579-414F-9D53-03D6CBA779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A4BA606-AB10-41CB-8355-4B096C156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1331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A4BA606-AB10-41CB-8355-4B096C156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464460" y="625475"/>
            <a:ext cx="932688" cy="932688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FF5D5D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796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7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71273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EB000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634C699-A57D-4324-9E7F-2C49231B075E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9" name="Gráfico 10">
            <a:extLst>
              <a:ext uri="{FF2B5EF4-FFF2-40B4-BE49-F238E27FC236}">
                <a16:creationId xmlns:a16="http://schemas.microsoft.com/office/drawing/2014/main" id="{917058B6-8FD2-4275-A149-DEBC2B9F35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7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6E55090-B7BB-4FF6-ADED-E2C942C7EB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15468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6E55090-B7BB-4FF6-ADED-E2C942C7EB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</p:spPr>
        <p:txBody>
          <a:bodyPr vert="horz" wrap="square" lIns="91440" tIns="45720" rIns="91440" bIns="4572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 indent="0"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04E739-BE4D-4804-9560-2D3D0FB9AA9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5" name="Gráfico 10">
            <a:extLst>
              <a:ext uri="{FF2B5EF4-FFF2-40B4-BE49-F238E27FC236}">
                <a16:creationId xmlns:a16="http://schemas.microsoft.com/office/drawing/2014/main" id="{167DAFD7-7098-4887-835C-CD0697D7E3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7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0E8DDFD-28AD-43B6-999D-8F041BBA5B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8989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0E8DDFD-28AD-43B6-999D-8F041BBA5B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425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B83331-C4D2-4383-96A5-16045608BE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893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B83331-C4D2-4383-96A5-16045608BE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3C4E39D-430A-40A7-A39D-6600D44331BB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D2DFDC0-A933-4641-AC36-D4245E85D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1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F46967A-E06A-41E6-8EE6-73702C5F80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0510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F46967A-E06A-41E6-8EE6-73702C5F8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FB475-A0A0-4975-9201-9D57C845C3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1826" y="1802755"/>
            <a:ext cx="6209072" cy="3046988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639044" y="2966151"/>
            <a:ext cx="3199529" cy="7201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>
                <a:gradFill>
                  <a:gsLst>
                    <a:gs pos="100000">
                      <a:schemeClr val="tx2"/>
                    </a:gs>
                    <a:gs pos="2000">
                      <a:schemeClr val="accent2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67898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49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606853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2F1B35-CE73-4F7F-8531-B99335DEC63E}"/>
              </a:ext>
            </a:extLst>
          </p:cNvPr>
          <p:cNvSpPr/>
          <p:nvPr userDrawn="1"/>
        </p:nvSpPr>
        <p:spPr>
          <a:xfrm>
            <a:off x="820237" y="3464159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1" name="Forma libre: forma 18">
            <a:extLst>
              <a:ext uri="{FF2B5EF4-FFF2-40B4-BE49-F238E27FC236}">
                <a16:creationId xmlns:a16="http://schemas.microsoft.com/office/drawing/2014/main" id="{38503585-0A69-48A7-AA31-6361439FB922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2" name="Picture 2" descr="Resultado de imagen de DJSI Member Log">
            <a:extLst>
              <a:ext uri="{FF2B5EF4-FFF2-40B4-BE49-F238E27FC236}">
                <a16:creationId xmlns:a16="http://schemas.microsoft.com/office/drawing/2014/main" id="{A876A7B0-CFA8-49C0-ADBB-1741347DC4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upo 19">
            <a:extLst>
              <a:ext uri="{FF2B5EF4-FFF2-40B4-BE49-F238E27FC236}">
                <a16:creationId xmlns:a16="http://schemas.microsoft.com/office/drawing/2014/main" id="{1BFD6B57-0A3C-45ED-8C28-EFB2077CB374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14" name="Imagen 21" descr="Imagen relacionada">
              <a:extLst>
                <a:ext uri="{FF2B5EF4-FFF2-40B4-BE49-F238E27FC236}">
                  <a16:creationId xmlns:a16="http://schemas.microsoft.com/office/drawing/2014/main" id="{951B84BA-1D4D-42C1-89E7-19399F42A65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Imagen 23" descr="Imagen relacionada">
              <a:extLst>
                <a:ext uri="{FF2B5EF4-FFF2-40B4-BE49-F238E27FC236}">
                  <a16:creationId xmlns:a16="http://schemas.microsoft.com/office/drawing/2014/main" id="{9BEF0073-815D-44CC-BC2B-922C398BA8C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CuadroTexto 27">
            <a:extLst>
              <a:ext uri="{FF2B5EF4-FFF2-40B4-BE49-F238E27FC236}">
                <a16:creationId xmlns:a16="http://schemas.microsoft.com/office/drawing/2014/main" id="{1AB8CED5-7232-40B4-958C-13BE54972DF9}"/>
              </a:ext>
            </a:extLst>
          </p:cNvPr>
          <p:cNvSpPr txBox="1"/>
          <p:nvPr userDrawn="1"/>
        </p:nvSpPr>
        <p:spPr>
          <a:xfrm>
            <a:off x="721507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>
                <a:solidFill>
                  <a:srgbClr val="EC0000"/>
                </a:solidFill>
                <a:latin typeface="Santander Text" panose="020B0504020201020104" pitchFamily="34" charset="0"/>
              </a:rPr>
              <a:t>Thank You.</a:t>
            </a:r>
          </a:p>
        </p:txBody>
      </p:sp>
      <p:sp>
        <p:nvSpPr>
          <p:cNvPr id="18" name="Forma libre: forma 30">
            <a:extLst>
              <a:ext uri="{FF2B5EF4-FFF2-40B4-BE49-F238E27FC236}">
                <a16:creationId xmlns:a16="http://schemas.microsoft.com/office/drawing/2014/main" id="{849F866A-2FD1-4DAB-A854-06CF2E4CA21A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B4D7A8E9-EA48-48DD-BB15-5E7E433016ED}"/>
              </a:ext>
            </a:extLst>
          </p:cNvPr>
          <p:cNvSpPr txBox="1"/>
          <p:nvPr userDrawn="1"/>
        </p:nvSpPr>
        <p:spPr>
          <a:xfrm>
            <a:off x="719289" y="1945651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purpose is to help people and businesses prosper.</a:t>
            </a:r>
          </a:p>
          <a:p>
            <a:endParaRPr lang="en-US" sz="1397">
              <a:solidFill>
                <a:srgbClr val="595959"/>
              </a:solidFill>
              <a:latin typeface="Santander Text" panose="020B0504020201020104" pitchFamily="34" charset="0"/>
            </a:endParaRPr>
          </a:p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culture is based on believing </a:t>
            </a:r>
            <a:b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</a:br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that everything we do should be:</a:t>
            </a:r>
          </a:p>
        </p:txBody>
      </p:sp>
      <p:pic>
        <p:nvPicPr>
          <p:cNvPr id="20" name="Gráfico 11">
            <a:extLst>
              <a:ext uri="{FF2B5EF4-FFF2-40B4-BE49-F238E27FC236}">
                <a16:creationId xmlns:a16="http://schemas.microsoft.com/office/drawing/2014/main" id="{D9BB37DD-75A6-4C28-B9F8-BBE9AB84A4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6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4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7" y="1945650"/>
            <a:ext cx="3365479" cy="1193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  <a:latin typeface="Santander Text" panose="020B0504020201020104" pitchFamily="34" charset="0"/>
              </a:rPr>
              <a:t>Nuestro propósito es ayudar a personas y empresas a prosperar.</a:t>
            </a:r>
          </a:p>
          <a:p>
            <a:endParaRPr lang="en-US" sz="140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r>
              <a:rPr lang="en-US" sz="1400">
                <a:solidFill>
                  <a:schemeClr val="tx2"/>
                </a:solidFill>
                <a:latin typeface="Santander Text" panose="020B0504020201020104" pitchFamily="34" charset="0"/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151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5" y="628193"/>
            <a:ext cx="3365479" cy="722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tx2"/>
                </a:solidFill>
                <a:latin typeface="Santander Text" panose="020B0504020201020104" pitchFamily="34" charset="0"/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sz="1600"/>
          </a:p>
        </p:txBody>
      </p:sp>
      <p:sp>
        <p:nvSpPr>
          <p:cNvPr id="13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" y="5229923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 sz="1600"/>
          </a:p>
        </p:txBody>
      </p:sp>
      <p:grpSp>
        <p:nvGrpSpPr>
          <p:cNvPr id="16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7"/>
            <a:ext cx="578707" cy="455017"/>
            <a:chOff x="2203451" y="-4230356"/>
            <a:chExt cx="6896100" cy="5422158"/>
          </a:xfrm>
        </p:grpSpPr>
        <p:pic>
          <p:nvPicPr>
            <p:cNvPr id="17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29923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1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59060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7D5BABB-E418-4C4C-B240-ED71FDCD65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7753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7D5BABB-E418-4C4C-B240-ED71FDCD65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AB49A0A-6AF1-40E1-BFB4-A2F6424A82A5}"/>
              </a:ext>
            </a:extLst>
          </p:cNvPr>
          <p:cNvGrpSpPr/>
          <p:nvPr userDrawn="1"/>
        </p:nvGrpSpPr>
        <p:grpSpPr>
          <a:xfrm>
            <a:off x="1200" y="-5773"/>
            <a:ext cx="12189600" cy="6869546"/>
            <a:chOff x="1200" y="-5773"/>
            <a:chExt cx="12189600" cy="6869546"/>
          </a:xfrm>
        </p:grpSpPr>
        <p:sp>
          <p:nvSpPr>
            <p:cNvPr id="49" name="Slide edges">
              <a:extLst>
                <a:ext uri="{FF2B5EF4-FFF2-40B4-BE49-F238E27FC236}">
                  <a16:creationId xmlns:a16="http://schemas.microsoft.com/office/drawing/2014/main" id="{A203E1A4-EEEE-4C40-9E9D-602663E2B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-5773"/>
              <a:ext cx="12189600" cy="6869546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0" name="Whitespace measure">
              <a:extLst>
                <a:ext uri="{FF2B5EF4-FFF2-40B4-BE49-F238E27FC236}">
                  <a16:creationId xmlns:a16="http://schemas.microsoft.com/office/drawing/2014/main" id="{CB565F2A-9199-480A-A07D-D8D22D2E6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1494507"/>
              <a:ext cx="11263080" cy="581036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6">
              <a:extLst>
                <a:ext uri="{FF2B5EF4-FFF2-40B4-BE49-F238E27FC236}">
                  <a16:creationId xmlns:a16="http://schemas.microsoft.com/office/drawing/2014/main" id="{1F48D905-AD26-4461-8806-A460422F0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99" y="1502190"/>
              <a:ext cx="10942499" cy="58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2C76E5C-A078-4F1A-A28E-AF5F5B305D5C}"/>
                </a:ext>
              </a:extLst>
            </p:cNvPr>
            <p:cNvSpPr/>
            <p:nvPr/>
          </p:nvSpPr>
          <p:spPr>
            <a:xfrm>
              <a:off x="1200" y="0"/>
              <a:ext cx="12189600" cy="6863103"/>
            </a:xfrm>
            <a:custGeom>
              <a:avLst/>
              <a:gdLst>
                <a:gd name="connsiteX0" fmla="*/ 463260 w 12189600"/>
                <a:gd name="connsiteY0" fmla="*/ 623550 h 6863103"/>
                <a:gd name="connsiteX1" fmla="*/ 463260 w 12189600"/>
                <a:gd name="connsiteY1" fmla="*/ 6742382 h 6863103"/>
                <a:gd name="connsiteX2" fmla="*/ 11726340 w 12189600"/>
                <a:gd name="connsiteY2" fmla="*/ 6742382 h 6863103"/>
                <a:gd name="connsiteX3" fmla="*/ 11726340 w 12189600"/>
                <a:gd name="connsiteY3" fmla="*/ 623550 h 6863103"/>
                <a:gd name="connsiteX4" fmla="*/ 0 w 12189600"/>
                <a:gd name="connsiteY4" fmla="*/ 0 h 6863103"/>
                <a:gd name="connsiteX5" fmla="*/ 12189600 w 12189600"/>
                <a:gd name="connsiteY5" fmla="*/ 0 h 6863103"/>
                <a:gd name="connsiteX6" fmla="*/ 12189600 w 12189600"/>
                <a:gd name="connsiteY6" fmla="*/ 6863103 h 6863103"/>
                <a:gd name="connsiteX7" fmla="*/ 0 w 12189600"/>
                <a:gd name="connsiteY7" fmla="*/ 6863103 h 686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9600" h="6863103">
                  <a:moveTo>
                    <a:pt x="463260" y="623550"/>
                  </a:moveTo>
                  <a:lnTo>
                    <a:pt x="463260" y="6742382"/>
                  </a:lnTo>
                  <a:lnTo>
                    <a:pt x="11726340" y="6742382"/>
                  </a:lnTo>
                  <a:lnTo>
                    <a:pt x="11726340" y="623550"/>
                  </a:lnTo>
                  <a:close/>
                  <a:moveTo>
                    <a:pt x="0" y="0"/>
                  </a:moveTo>
                  <a:lnTo>
                    <a:pt x="12189600" y="0"/>
                  </a:lnTo>
                  <a:lnTo>
                    <a:pt x="12189600" y="6863103"/>
                  </a:lnTo>
                  <a:lnTo>
                    <a:pt x="0" y="6863103"/>
                  </a:lnTo>
                  <a:close/>
                </a:path>
              </a:pathLst>
            </a:custGeom>
            <a:solidFill>
              <a:srgbClr val="FF9797">
                <a:alpha val="4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7A2A0051-60F4-4578-92F3-986A9BBE38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0"/>
              <a:ext cx="12189600" cy="6863103"/>
            </a:xfrm>
            <a:custGeom>
              <a:avLst/>
              <a:gdLst>
                <a:gd name="T0" fmla="*/ 310 w 6021"/>
                <a:gd name="T1" fmla="*/ 742 h 3390"/>
                <a:gd name="T2" fmla="*/ 310 w 6021"/>
                <a:gd name="T3" fmla="*/ 742 h 3390"/>
                <a:gd name="T4" fmla="*/ 310 w 6021"/>
                <a:gd name="T5" fmla="*/ 310 h 3390"/>
                <a:gd name="T6" fmla="*/ 5715 w 6021"/>
                <a:gd name="T7" fmla="*/ 310 h 3390"/>
                <a:gd name="T8" fmla="*/ 5715 w 6021"/>
                <a:gd name="T9" fmla="*/ 742 h 3390"/>
                <a:gd name="T10" fmla="*/ 5715 w 6021"/>
                <a:gd name="T11" fmla="*/ 1029 h 3390"/>
                <a:gd name="T12" fmla="*/ 5715 w 6021"/>
                <a:gd name="T13" fmla="*/ 3040 h 3390"/>
                <a:gd name="T14" fmla="*/ 5715 w 6021"/>
                <a:gd name="T15" fmla="*/ 3043 h 3390"/>
                <a:gd name="T16" fmla="*/ 5715 w 6021"/>
                <a:gd name="T17" fmla="*/ 3230 h 3390"/>
                <a:gd name="T18" fmla="*/ 310 w 6021"/>
                <a:gd name="T19" fmla="*/ 3230 h 3390"/>
                <a:gd name="T20" fmla="*/ 310 w 6021"/>
                <a:gd name="T21" fmla="*/ 3040 h 3390"/>
                <a:gd name="T22" fmla="*/ 310 w 6021"/>
                <a:gd name="T23" fmla="*/ 1029 h 3390"/>
                <a:gd name="T24" fmla="*/ 310 w 6021"/>
                <a:gd name="T25" fmla="*/ 742 h 3390"/>
                <a:gd name="T26" fmla="*/ 6021 w 6021"/>
                <a:gd name="T27" fmla="*/ 0 h 3390"/>
                <a:gd name="T28" fmla="*/ 0 w 6021"/>
                <a:gd name="T29" fmla="*/ 0 h 3390"/>
                <a:gd name="T30" fmla="*/ 0 w 6021"/>
                <a:gd name="T31" fmla="*/ 3390 h 3390"/>
                <a:gd name="T32" fmla="*/ 6021 w 6021"/>
                <a:gd name="T33" fmla="*/ 3390 h 3390"/>
                <a:gd name="T34" fmla="*/ 6021 w 6021"/>
                <a:gd name="T35" fmla="*/ 0 h 3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21" h="3390">
                  <a:moveTo>
                    <a:pt x="310" y="742"/>
                  </a:moveTo>
                  <a:lnTo>
                    <a:pt x="310" y="742"/>
                  </a:lnTo>
                  <a:lnTo>
                    <a:pt x="310" y="310"/>
                  </a:lnTo>
                  <a:lnTo>
                    <a:pt x="5715" y="310"/>
                  </a:lnTo>
                  <a:lnTo>
                    <a:pt x="5715" y="742"/>
                  </a:lnTo>
                  <a:lnTo>
                    <a:pt x="5715" y="1029"/>
                  </a:lnTo>
                  <a:lnTo>
                    <a:pt x="5715" y="3040"/>
                  </a:lnTo>
                  <a:lnTo>
                    <a:pt x="5715" y="3043"/>
                  </a:lnTo>
                  <a:lnTo>
                    <a:pt x="5715" y="3230"/>
                  </a:lnTo>
                  <a:lnTo>
                    <a:pt x="310" y="3230"/>
                  </a:lnTo>
                  <a:lnTo>
                    <a:pt x="310" y="3040"/>
                  </a:lnTo>
                  <a:lnTo>
                    <a:pt x="310" y="1029"/>
                  </a:lnTo>
                  <a:lnTo>
                    <a:pt x="310" y="742"/>
                  </a:lnTo>
                  <a:moveTo>
                    <a:pt x="6021" y="0"/>
                  </a:moveTo>
                  <a:lnTo>
                    <a:pt x="0" y="0"/>
                  </a:lnTo>
                  <a:lnTo>
                    <a:pt x="0" y="3390"/>
                  </a:lnTo>
                  <a:lnTo>
                    <a:pt x="6021" y="3390"/>
                  </a:lnTo>
                  <a:lnTo>
                    <a:pt x="60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43EAF2E-0CBB-4E51-8EB1-8FCC0F57ACAB}"/>
                </a:ext>
              </a:extLst>
            </p:cNvPr>
            <p:cNvGrpSpPr/>
            <p:nvPr/>
          </p:nvGrpSpPr>
          <p:grpSpPr>
            <a:xfrm>
              <a:off x="1383311" y="623550"/>
              <a:ext cx="9425383" cy="5537047"/>
              <a:chOff x="1383311" y="623550"/>
              <a:chExt cx="9425383" cy="5537047"/>
            </a:xfrm>
          </p:grpSpPr>
          <p:sp>
            <p:nvSpPr>
              <p:cNvPr id="81" name="Rectangle 34">
                <a:extLst>
                  <a:ext uri="{FF2B5EF4-FFF2-40B4-BE49-F238E27FC236}">
                    <a16:creationId xmlns:a16="http://schemas.microsoft.com/office/drawing/2014/main" id="{E5B68981-9E6A-42E0-A5F0-88E8D736F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4150" y="623550"/>
                <a:ext cx="289506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Rectangle 35">
                <a:extLst>
                  <a:ext uri="{FF2B5EF4-FFF2-40B4-BE49-F238E27FC236}">
                    <a16:creationId xmlns:a16="http://schemas.microsoft.com/office/drawing/2014/main" id="{B7BC22FB-D705-4FCF-A595-BF8A77C71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3755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Rectangle 36">
                <a:extLst>
                  <a:ext uri="{FF2B5EF4-FFF2-40B4-BE49-F238E27FC236}">
                    <a16:creationId xmlns:a16="http://schemas.microsoft.com/office/drawing/2014/main" id="{12E37755-0749-4074-8371-6B306280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0977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Rectangle 37">
                <a:extLst>
                  <a:ext uri="{FF2B5EF4-FFF2-40B4-BE49-F238E27FC236}">
                    <a16:creationId xmlns:a16="http://schemas.microsoft.com/office/drawing/2014/main" id="{05865904-E0F1-4D6D-B781-0E59855F4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6533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38">
                <a:extLst>
                  <a:ext uri="{FF2B5EF4-FFF2-40B4-BE49-F238E27FC236}">
                    <a16:creationId xmlns:a16="http://schemas.microsoft.com/office/drawing/2014/main" id="{989F1666-50F0-49EF-8875-A418DF1FC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9311" y="623550"/>
                <a:ext cx="279383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Rectangle 39">
                <a:extLst>
                  <a:ext uri="{FF2B5EF4-FFF2-40B4-BE49-F238E27FC236}">
                    <a16:creationId xmlns:a16="http://schemas.microsoft.com/office/drawing/2014/main" id="{5F30DFCB-AB0D-4E46-B2AC-F6D32B137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274" y="623550"/>
                <a:ext cx="293555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Rectangle 40">
                <a:extLst>
                  <a:ext uri="{FF2B5EF4-FFF2-40B4-BE49-F238E27FC236}">
                    <a16:creationId xmlns:a16="http://schemas.microsoft.com/office/drawing/2014/main" id="{A9C664C9-86CD-4128-BF89-8AEBFC206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11" y="623550"/>
                <a:ext cx="29153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Rectangle 41">
                <a:extLst>
                  <a:ext uri="{FF2B5EF4-FFF2-40B4-BE49-F238E27FC236}">
                    <a16:creationId xmlns:a16="http://schemas.microsoft.com/office/drawing/2014/main" id="{AC343271-8BBA-4DF6-BCBE-3858B087F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162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Rectangle 42">
                <a:extLst>
                  <a:ext uri="{FF2B5EF4-FFF2-40B4-BE49-F238E27FC236}">
                    <a16:creationId xmlns:a16="http://schemas.microsoft.com/office/drawing/2014/main" id="{307CE1BC-F36B-4566-B87B-DC17D2F30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940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Rectangle 43">
                <a:extLst>
                  <a:ext uri="{FF2B5EF4-FFF2-40B4-BE49-F238E27FC236}">
                    <a16:creationId xmlns:a16="http://schemas.microsoft.com/office/drawing/2014/main" id="{30374327-BE62-4C6D-BD57-B5537445C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7718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Rectangle 44">
                <a:extLst>
                  <a:ext uri="{FF2B5EF4-FFF2-40B4-BE49-F238E27FC236}">
                    <a16:creationId xmlns:a16="http://schemas.microsoft.com/office/drawing/2014/main" id="{EE30E763-D031-4AC7-9B06-6A76572486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496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5" name="Live space">
              <a:extLst>
                <a:ext uri="{FF2B5EF4-FFF2-40B4-BE49-F238E27FC236}">
                  <a16:creationId xmlns:a16="http://schemas.microsoft.com/office/drawing/2014/main" id="{5C5B4D64-13F1-4A63-AD21-D8428BBDF496}"/>
                </a:ext>
              </a:extLst>
            </p:cNvPr>
            <p:cNvSpPr/>
            <p:nvPr/>
          </p:nvSpPr>
          <p:spPr>
            <a:xfrm>
              <a:off x="464460" y="2075543"/>
              <a:ext cx="11263080" cy="4079875"/>
            </a:xfrm>
            <a:prstGeom prst="rect">
              <a:avLst/>
            </a:prstGeom>
            <a:noFill/>
            <a:ln w="9525">
              <a:solidFill>
                <a:srgbClr val="EB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57" name="Footnote measure">
              <a:extLst>
                <a:ext uri="{FF2B5EF4-FFF2-40B4-BE49-F238E27FC236}">
                  <a16:creationId xmlns:a16="http://schemas.microsoft.com/office/drawing/2014/main" id="{84BC01FA-BA0E-4202-B562-5D00D83B8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6155418"/>
              <a:ext cx="11263080" cy="586964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2E0A110-61E3-4A63-B95A-387E4649239E}"/>
                </a:ext>
              </a:extLst>
            </p:cNvPr>
            <p:cNvGrpSpPr/>
            <p:nvPr/>
          </p:nvGrpSpPr>
          <p:grpSpPr>
            <a:xfrm>
              <a:off x="1200" y="623550"/>
              <a:ext cx="12189600" cy="5531868"/>
              <a:chOff x="1200" y="623550"/>
              <a:chExt cx="12189600" cy="5531868"/>
            </a:xfrm>
          </p:grpSpPr>
          <p:sp>
            <p:nvSpPr>
              <p:cNvPr id="61" name="Line 14">
                <a:extLst>
                  <a:ext uri="{FF2B5EF4-FFF2-40B4-BE49-F238E27FC236}">
                    <a16:creationId xmlns:a16="http://schemas.microsoft.com/office/drawing/2014/main" id="{78C6C7E6-27BB-42F2-B1DC-3FD5A1C96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91470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Line 15">
                <a:extLst>
                  <a:ext uri="{FF2B5EF4-FFF2-40B4-BE49-F238E27FC236}">
                    <a16:creationId xmlns:a16="http://schemas.microsoft.com/office/drawing/2014/main" id="{C619F5E2-1EA6-44AF-9FC0-8B16662B9F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2355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Line 17">
                <a:extLst>
                  <a:ext uri="{FF2B5EF4-FFF2-40B4-BE49-F238E27FC236}">
                    <a16:creationId xmlns:a16="http://schemas.microsoft.com/office/drawing/2014/main" id="{F50A9CFE-2B26-4A94-8B99-5AFF5B883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20585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Line 18">
                <a:extLst>
                  <a:ext uri="{FF2B5EF4-FFF2-40B4-BE49-F238E27FC236}">
                    <a16:creationId xmlns:a16="http://schemas.microsoft.com/office/drawing/2014/main" id="{100E0D86-B629-4360-8A30-B2F996C1F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49700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Line 19">
                <a:extLst>
                  <a:ext uri="{FF2B5EF4-FFF2-40B4-BE49-F238E27FC236}">
                    <a16:creationId xmlns:a16="http://schemas.microsoft.com/office/drawing/2014/main" id="{9AFFC03E-3601-4E4B-BB98-7BF1927CD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78815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Line 20">
                <a:extLst>
                  <a:ext uri="{FF2B5EF4-FFF2-40B4-BE49-F238E27FC236}">
                    <a16:creationId xmlns:a16="http://schemas.microsoft.com/office/drawing/2014/main" id="{81E2A333-3773-4DB0-811B-FAC94325F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07930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Line 21">
                <a:extLst>
                  <a:ext uri="{FF2B5EF4-FFF2-40B4-BE49-F238E27FC236}">
                    <a16:creationId xmlns:a16="http://schemas.microsoft.com/office/drawing/2014/main" id="{D8BECD09-A0EC-48FA-96F5-4AC66CBF7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37045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22">
                <a:extLst>
                  <a:ext uri="{FF2B5EF4-FFF2-40B4-BE49-F238E27FC236}">
                    <a16:creationId xmlns:a16="http://schemas.microsoft.com/office/drawing/2014/main" id="{B892EB3A-A9CF-43CD-9C6D-1FB72DCBC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6160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23">
                <a:extLst>
                  <a:ext uri="{FF2B5EF4-FFF2-40B4-BE49-F238E27FC236}">
                    <a16:creationId xmlns:a16="http://schemas.microsoft.com/office/drawing/2014/main" id="{50C6B780-838F-4043-8237-DCA2E4B7B0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95275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24">
                <a:extLst>
                  <a:ext uri="{FF2B5EF4-FFF2-40B4-BE49-F238E27FC236}">
                    <a16:creationId xmlns:a16="http://schemas.microsoft.com/office/drawing/2014/main" id="{A1E6E76A-C7AC-44B9-9357-C9F22154A6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243909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25">
                <a:extLst>
                  <a:ext uri="{FF2B5EF4-FFF2-40B4-BE49-F238E27FC236}">
                    <a16:creationId xmlns:a16="http://schemas.microsoft.com/office/drawing/2014/main" id="{A76627BB-53C9-430C-ADA8-70341EED0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53506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26">
                <a:extLst>
                  <a:ext uri="{FF2B5EF4-FFF2-40B4-BE49-F238E27FC236}">
                    <a16:creationId xmlns:a16="http://schemas.microsoft.com/office/drawing/2014/main" id="{6849FC69-83FB-4848-A829-BDFD7D4D8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82621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27">
                <a:extLst>
                  <a:ext uri="{FF2B5EF4-FFF2-40B4-BE49-F238E27FC236}">
                    <a16:creationId xmlns:a16="http://schemas.microsoft.com/office/drawing/2014/main" id="{2CDEB07D-DEC1-4021-B0BF-C61873BBA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11736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28">
                <a:extLst>
                  <a:ext uri="{FF2B5EF4-FFF2-40B4-BE49-F238E27FC236}">
                    <a16:creationId xmlns:a16="http://schemas.microsoft.com/office/drawing/2014/main" id="{B269640E-C908-462E-9A93-D47045027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40851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29">
                <a:extLst>
                  <a:ext uri="{FF2B5EF4-FFF2-40B4-BE49-F238E27FC236}">
                    <a16:creationId xmlns:a16="http://schemas.microsoft.com/office/drawing/2014/main" id="{8923C160-0712-41C4-B146-4EE68A519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69966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30">
                <a:extLst>
                  <a:ext uri="{FF2B5EF4-FFF2-40B4-BE49-F238E27FC236}">
                    <a16:creationId xmlns:a16="http://schemas.microsoft.com/office/drawing/2014/main" id="{F0426A67-08EF-45AF-B08E-BBDBF89B70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99081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31">
                <a:extLst>
                  <a:ext uri="{FF2B5EF4-FFF2-40B4-BE49-F238E27FC236}">
                    <a16:creationId xmlns:a16="http://schemas.microsoft.com/office/drawing/2014/main" id="{44806CA8-0DA4-476B-943B-0CDFEF0AE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28196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32">
                <a:extLst>
                  <a:ext uri="{FF2B5EF4-FFF2-40B4-BE49-F238E27FC236}">
                    <a16:creationId xmlns:a16="http://schemas.microsoft.com/office/drawing/2014/main" id="{5A3E6186-0DB5-4B39-8D88-6BC4657CA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57311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6">
                <a:extLst>
                  <a:ext uri="{FF2B5EF4-FFF2-40B4-BE49-F238E27FC236}">
                    <a16:creationId xmlns:a16="http://schemas.microsoft.com/office/drawing/2014/main" id="{A4C522B0-69BC-4944-874D-7BB6E68ED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15541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33">
                <a:extLst>
                  <a:ext uri="{FF2B5EF4-FFF2-40B4-BE49-F238E27FC236}">
                    <a16:creationId xmlns:a16="http://schemas.microsoft.com/office/drawing/2014/main" id="{D16F2540-FE5A-409B-884D-FB8AF36AF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86426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9" name="Five column measure">
              <a:extLst>
                <a:ext uri="{FF2B5EF4-FFF2-40B4-BE49-F238E27FC236}">
                  <a16:creationId xmlns:a16="http://schemas.microsoft.com/office/drawing/2014/main" id="{B9F29F1E-83EB-4EAC-9129-41F81683E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799" y="5976438"/>
              <a:ext cx="10942499" cy="66810"/>
            </a:xfrm>
            <a:custGeom>
              <a:avLst/>
              <a:gdLst>
                <a:gd name="T0" fmla="*/ 1113 w 5405"/>
                <a:gd name="T1" fmla="*/ 0 h 33"/>
                <a:gd name="T2" fmla="*/ 2068 w 5405"/>
                <a:gd name="T3" fmla="*/ 0 h 33"/>
                <a:gd name="T4" fmla="*/ 2068 w 5405"/>
                <a:gd name="T5" fmla="*/ 33 h 33"/>
                <a:gd name="T6" fmla="*/ 1113 w 5405"/>
                <a:gd name="T7" fmla="*/ 33 h 33"/>
                <a:gd name="T8" fmla="*/ 1113 w 5405"/>
                <a:gd name="T9" fmla="*/ 0 h 33"/>
                <a:gd name="T10" fmla="*/ 1113 w 5405"/>
                <a:gd name="T11" fmla="*/ 0 h 33"/>
                <a:gd name="T12" fmla="*/ 4449 w 5405"/>
                <a:gd name="T13" fmla="*/ 0 h 33"/>
                <a:gd name="T14" fmla="*/ 4449 w 5405"/>
                <a:gd name="T15" fmla="*/ 33 h 33"/>
                <a:gd name="T16" fmla="*/ 5405 w 5405"/>
                <a:gd name="T17" fmla="*/ 33 h 33"/>
                <a:gd name="T18" fmla="*/ 5405 w 5405"/>
                <a:gd name="T19" fmla="*/ 0 h 33"/>
                <a:gd name="T20" fmla="*/ 4449 w 5405"/>
                <a:gd name="T21" fmla="*/ 0 h 33"/>
                <a:gd name="T22" fmla="*/ 4449 w 5405"/>
                <a:gd name="T23" fmla="*/ 0 h 33"/>
                <a:gd name="T24" fmla="*/ 3337 w 5405"/>
                <a:gd name="T25" fmla="*/ 0 h 33"/>
                <a:gd name="T26" fmla="*/ 3337 w 5405"/>
                <a:gd name="T27" fmla="*/ 33 h 33"/>
                <a:gd name="T28" fmla="*/ 4293 w 5405"/>
                <a:gd name="T29" fmla="*/ 33 h 33"/>
                <a:gd name="T30" fmla="*/ 4293 w 5405"/>
                <a:gd name="T31" fmla="*/ 0 h 33"/>
                <a:gd name="T32" fmla="*/ 3337 w 5405"/>
                <a:gd name="T33" fmla="*/ 0 h 33"/>
                <a:gd name="T34" fmla="*/ 3337 w 5405"/>
                <a:gd name="T35" fmla="*/ 0 h 33"/>
                <a:gd name="T36" fmla="*/ 2225 w 5405"/>
                <a:gd name="T37" fmla="*/ 0 h 33"/>
                <a:gd name="T38" fmla="*/ 2225 w 5405"/>
                <a:gd name="T39" fmla="*/ 33 h 33"/>
                <a:gd name="T40" fmla="*/ 3180 w 5405"/>
                <a:gd name="T41" fmla="*/ 33 h 33"/>
                <a:gd name="T42" fmla="*/ 3180 w 5405"/>
                <a:gd name="T43" fmla="*/ 0 h 33"/>
                <a:gd name="T44" fmla="*/ 2225 w 5405"/>
                <a:gd name="T45" fmla="*/ 0 h 33"/>
                <a:gd name="T46" fmla="*/ 2225 w 5405"/>
                <a:gd name="T47" fmla="*/ 0 h 33"/>
                <a:gd name="T48" fmla="*/ 0 w 5405"/>
                <a:gd name="T49" fmla="*/ 0 h 33"/>
                <a:gd name="T50" fmla="*/ 0 w 5405"/>
                <a:gd name="T51" fmla="*/ 33 h 33"/>
                <a:gd name="T52" fmla="*/ 955 w 5405"/>
                <a:gd name="T53" fmla="*/ 33 h 33"/>
                <a:gd name="T54" fmla="*/ 955 w 5405"/>
                <a:gd name="T55" fmla="*/ 0 h 33"/>
                <a:gd name="T56" fmla="*/ 0 w 5405"/>
                <a:gd name="T57" fmla="*/ 0 h 33"/>
                <a:gd name="T58" fmla="*/ 0 w 5405"/>
                <a:gd name="T5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405" h="33">
                  <a:moveTo>
                    <a:pt x="1113" y="0"/>
                  </a:moveTo>
                  <a:lnTo>
                    <a:pt x="2068" y="0"/>
                  </a:lnTo>
                  <a:lnTo>
                    <a:pt x="2068" y="33"/>
                  </a:lnTo>
                  <a:lnTo>
                    <a:pt x="1113" y="33"/>
                  </a:lnTo>
                  <a:lnTo>
                    <a:pt x="1113" y="0"/>
                  </a:lnTo>
                  <a:lnTo>
                    <a:pt x="1113" y="0"/>
                  </a:lnTo>
                  <a:close/>
                  <a:moveTo>
                    <a:pt x="4449" y="0"/>
                  </a:moveTo>
                  <a:lnTo>
                    <a:pt x="4449" y="33"/>
                  </a:lnTo>
                  <a:lnTo>
                    <a:pt x="5405" y="33"/>
                  </a:lnTo>
                  <a:lnTo>
                    <a:pt x="5405" y="0"/>
                  </a:lnTo>
                  <a:lnTo>
                    <a:pt x="4449" y="0"/>
                  </a:lnTo>
                  <a:lnTo>
                    <a:pt x="4449" y="0"/>
                  </a:lnTo>
                  <a:close/>
                  <a:moveTo>
                    <a:pt x="3337" y="0"/>
                  </a:moveTo>
                  <a:lnTo>
                    <a:pt x="3337" y="33"/>
                  </a:lnTo>
                  <a:lnTo>
                    <a:pt x="4293" y="33"/>
                  </a:lnTo>
                  <a:lnTo>
                    <a:pt x="4293" y="0"/>
                  </a:lnTo>
                  <a:lnTo>
                    <a:pt x="3337" y="0"/>
                  </a:lnTo>
                  <a:lnTo>
                    <a:pt x="3337" y="0"/>
                  </a:lnTo>
                  <a:close/>
                  <a:moveTo>
                    <a:pt x="2225" y="0"/>
                  </a:moveTo>
                  <a:lnTo>
                    <a:pt x="2225" y="33"/>
                  </a:lnTo>
                  <a:lnTo>
                    <a:pt x="3180" y="33"/>
                  </a:lnTo>
                  <a:lnTo>
                    <a:pt x="3180" y="0"/>
                  </a:lnTo>
                  <a:lnTo>
                    <a:pt x="2225" y="0"/>
                  </a:lnTo>
                  <a:lnTo>
                    <a:pt x="2225" y="0"/>
                  </a:lnTo>
                  <a:close/>
                  <a:moveTo>
                    <a:pt x="0" y="0"/>
                  </a:moveTo>
                  <a:lnTo>
                    <a:pt x="0" y="33"/>
                  </a:lnTo>
                  <a:lnTo>
                    <a:pt x="955" y="33"/>
                  </a:lnTo>
                  <a:lnTo>
                    <a:pt x="95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5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ootnote example">
              <a:extLst>
                <a:ext uri="{FF2B5EF4-FFF2-40B4-BE49-F238E27FC236}">
                  <a16:creationId xmlns:a16="http://schemas.microsoft.com/office/drawing/2014/main" id="{E8D683A9-6AE1-4BA8-8ED7-86DF9F8BDE85}"/>
                </a:ext>
              </a:extLst>
            </p:cNvPr>
            <p:cNvSpPr txBox="1"/>
            <p:nvPr/>
          </p:nvSpPr>
          <p:spPr>
            <a:xfrm>
              <a:off x="1688182" y="6368431"/>
              <a:ext cx="9030914" cy="37394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1. xxxx  2. xxxx  3. List footnotes in numerical order. Footnote numbers are not bracketed. Use 9pt font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  <a:endParaRPr kumimoji="0" lang="en-US" sz="900" b="0" i="0" u="none" strike="noStrike" kern="1200" cap="none" spc="0" normalizeH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sym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9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37577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Forma libre: forma 18">
            <a:extLst>
              <a:ext uri="{FF2B5EF4-FFF2-40B4-BE49-F238E27FC236}">
                <a16:creationId xmlns:a16="http://schemas.microsoft.com/office/drawing/2014/main" id="{116E2EC4-B1EB-4979-A176-74F38479A7EA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7" name="Picture 2" descr="Resultado de imagen de DJSI Member Log">
            <a:extLst>
              <a:ext uri="{FF2B5EF4-FFF2-40B4-BE49-F238E27FC236}">
                <a16:creationId xmlns:a16="http://schemas.microsoft.com/office/drawing/2014/main" id="{B6EEC52B-A063-42F0-8A30-93B82CB8A5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9">
            <a:extLst>
              <a:ext uri="{FF2B5EF4-FFF2-40B4-BE49-F238E27FC236}">
                <a16:creationId xmlns:a16="http://schemas.microsoft.com/office/drawing/2014/main" id="{BA080A65-6C31-4AEC-B554-6A312B85D909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23" name="Imagen 21" descr="Imagen relacionada">
              <a:extLst>
                <a:ext uri="{FF2B5EF4-FFF2-40B4-BE49-F238E27FC236}">
                  <a16:creationId xmlns:a16="http://schemas.microsoft.com/office/drawing/2014/main" id="{9D147280-FFCA-408E-B1ED-2BE830582B9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BEA1EBF7-AC78-47CB-B6D9-10AA88A32B0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Forma libre: forma 30">
            <a:extLst>
              <a:ext uri="{FF2B5EF4-FFF2-40B4-BE49-F238E27FC236}">
                <a16:creationId xmlns:a16="http://schemas.microsoft.com/office/drawing/2014/main" id="{B0E78C69-D3C3-433E-BB94-D18269775F11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28" name="Gráfico 11">
            <a:extLst>
              <a:ext uri="{FF2B5EF4-FFF2-40B4-BE49-F238E27FC236}">
                <a16:creationId xmlns:a16="http://schemas.microsoft.com/office/drawing/2014/main" id="{02403ACE-4628-4CE4-8C85-EAA62EF87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40B0F4CE-0BD3-497F-A9D0-B6B4F46CD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ltGray">
          <a:xfrm>
            <a:off x="721745" y="1096485"/>
            <a:ext cx="4934308" cy="1407004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>
            <a:lvl1pPr algn="l">
              <a:lnSpc>
                <a:spcPct val="93000"/>
              </a:lnSpc>
              <a:defRPr sz="4600" baseline="0">
                <a:solidFill>
                  <a:srgbClr val="FF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Title in Title Case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BD62CF8-49E3-41BB-B918-909B1773D49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724620" y="2722142"/>
            <a:ext cx="4934309" cy="243645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>
              <a:lnSpc>
                <a:spcPct val="110000"/>
              </a:lnSpc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in sentence case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EE22844-A048-4712-8DFD-27D8D40510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093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EE22844-A048-4712-8DFD-27D8D4051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389580" cy="513982"/>
          </a:xfr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31BCF83A-7782-4B1D-8C98-38D55D0DDB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22206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1B73264-AF50-4BF3-A65B-F61F12212C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138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1B73264-AF50-4BF3-A65B-F61F12212C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460" y="2075543"/>
            <a:ext cx="11263080" cy="40798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A06DC987-E3B6-4307-ADDB-7B34675668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427" y="112942"/>
            <a:ext cx="10512108" cy="518400"/>
          </a:xfrm>
        </p:spPr>
        <p:txBody>
          <a:bodyPr anchor="ctr"/>
          <a:lstStyle>
            <a:lvl1pPr>
              <a:defRPr kumimoji="0" lang="en-US" sz="18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Arial" panose="020B0604020202020204" pitchFamily="34" charset="0"/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Text 18 pts</a:t>
            </a:r>
          </a:p>
        </p:txBody>
      </p:sp>
    </p:spTree>
    <p:extLst>
      <p:ext uri="{BB962C8B-B14F-4D97-AF65-F5344CB8AC3E}">
        <p14:creationId xmlns:p14="http://schemas.microsoft.com/office/powerpoint/2010/main" val="40434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D6B7CA-46CF-41A0-9D76-7A5CD97B32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72855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D6B7CA-46CF-41A0-9D76-7A5CD97B3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363993" y="2158987"/>
            <a:ext cx="4010007" cy="541687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 algn="l">
              <a:buNone/>
              <a:defRPr sz="1600">
                <a:solidFill>
                  <a:srgbClr val="458FA3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1227048"/>
            <a:ext cx="4010007" cy="664797"/>
          </a:xfrm>
        </p:spPr>
        <p:txBody>
          <a:bodyPr vert="horz" anchor="t">
            <a:noAutofit/>
          </a:bodyPr>
          <a:lstStyle>
            <a:lvl1pPr>
              <a:defRPr sz="220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0" name="Gráfico 10">
            <a:extLst>
              <a:ext uri="{FF2B5EF4-FFF2-40B4-BE49-F238E27FC236}">
                <a16:creationId xmlns:a16="http://schemas.microsoft.com/office/drawing/2014/main" id="{5EE6329A-2C21-4E92-A8D8-71FC96841A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5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B7A7FBA-E4B0-4D2D-B120-042AB6D536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556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B7A7FBA-E4B0-4D2D-B120-042AB6D53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EB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9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0ED333F-26D5-4B5D-8B05-EAF4C1BE60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0659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0ED333F-26D5-4B5D-8B05-EAF4C1BE60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464460" y="3826800"/>
            <a:ext cx="11263080" cy="2041200"/>
          </a:xfrm>
        </p:spPr>
        <p:txBody>
          <a:bodyPr vert="horz" lIns="0" tIns="0" rIns="0" bIns="0" anchor="t">
            <a:noAutofit/>
          </a:bodyPr>
          <a:lstStyle>
            <a:lvl1pPr>
              <a:defRPr sz="5400">
                <a:solidFill>
                  <a:srgbClr val="EB0000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464460" y="3680016"/>
            <a:ext cx="11724127" cy="0"/>
          </a:xfrm>
          <a:prstGeom prst="line">
            <a:avLst/>
          </a:prstGeom>
          <a:ln w="19050" cmpd="sng">
            <a:solidFill>
              <a:srgbClr val="FF5D5D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52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05CFBFA-5A2E-4D6C-B3EC-F5BDA5C541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432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05CFBFA-5A2E-4D6C-B3EC-F5BDA5C541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20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E3F33CF-B13B-4A07-9629-233B11C9F76D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F378F72C-30A2-4C5B-9C1C-63C4A4A1D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6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51264B1-0462-432F-9962-974A839A3F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371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51264B1-0462-432F-9962-974A839A3F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42536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03E5A42-18BB-469E-BCB2-B7BDE8E5FA9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7" name="Gráfico 10">
            <a:extLst>
              <a:ext uri="{FF2B5EF4-FFF2-40B4-BE49-F238E27FC236}">
                <a16:creationId xmlns:a16="http://schemas.microsoft.com/office/drawing/2014/main" id="{9F67545C-F89F-4843-909C-CBA2A30E88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4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96003EA-8E4A-47A5-9D6D-B448E16828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754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96003EA-8E4A-47A5-9D6D-B448E16828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8367591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9D3FE52-220D-4312-8AD4-3D25F4F82496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6FCDF537-4B47-4D5B-BF79-3D703F0327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2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996D83C-4E84-4F7B-A6E1-A799A9C4DD6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2806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996D83C-4E84-4F7B-A6E1-A799A9C4DD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681103"/>
            <a:ext cx="3393888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2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ABE7678-38E0-4A69-8283-D7236C080838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6" name="Gráfico 10">
            <a:extLst>
              <a:ext uri="{FF2B5EF4-FFF2-40B4-BE49-F238E27FC236}">
                <a16:creationId xmlns:a16="http://schemas.microsoft.com/office/drawing/2014/main" id="{1898D1B9-C156-4070-A0FB-1FCB8429BF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5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5212359-324B-4236-8797-10A585A0C7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3831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5212359-324B-4236-8797-10A585A0C7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363993" y="1785600"/>
            <a:ext cx="4654407" cy="3286800"/>
          </a:xfrm>
          <a:prstGeom prst="rect">
            <a:avLst/>
          </a:prstGeom>
          <a:noFill/>
        </p:spPr>
        <p:txBody>
          <a:bodyPr vert="horz" wrap="square" lIns="91440" tIns="45720" rIns="320040" bIns="4572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7DED688-3E59-47E6-AF9C-2CD94E1D89BB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1" name="Gráfico 10">
            <a:extLst>
              <a:ext uri="{FF2B5EF4-FFF2-40B4-BE49-F238E27FC236}">
                <a16:creationId xmlns:a16="http://schemas.microsoft.com/office/drawing/2014/main" id="{F9197FD1-EBA2-4CEE-9CD0-35933F79DD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6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D45B32B-F6D6-4802-9C98-2DF6A59409F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602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D45B32B-F6D6-4802-9C98-2DF6A59409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363993" y="1785600"/>
            <a:ext cx="651449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D2053BE-509B-407E-B837-ADFFDD9FFD69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20" name="Gráfico 10">
            <a:extLst>
              <a:ext uri="{FF2B5EF4-FFF2-40B4-BE49-F238E27FC236}">
                <a16:creationId xmlns:a16="http://schemas.microsoft.com/office/drawing/2014/main" id="{F983F5C1-4A35-409B-9725-80ED481053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63036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014787-F929-40A0-95E2-989769D0B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3CDF0EB-9773-45D4-B62A-49123D9EB1A9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23" name="Gráfico 10">
            <a:extLst>
              <a:ext uri="{FF2B5EF4-FFF2-40B4-BE49-F238E27FC236}">
                <a16:creationId xmlns:a16="http://schemas.microsoft.com/office/drawing/2014/main" id="{32F2B550-BFBD-48E8-8911-D204FAFD40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B3D56CA-B066-4ACC-8D00-2B66350D5D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014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B3D56CA-B066-4ACC-8D00-2B66350D5D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63993" y="2764203"/>
            <a:ext cx="2744645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6AF37D4-C823-4B6D-81CF-8B5D539CFC3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003F71F1-F2A0-4648-9E8C-CB5B0686BB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7B7D72A-B744-4911-B607-1DB4ADFE87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3035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7B7D72A-B744-4911-B607-1DB4ADFE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458FA3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4B3A21F-6E2F-4C72-BF45-1CD97EF2C09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1959C895-BD3D-4B4A-9D93-D556353D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B09E5D-13E8-4DA9-AD48-8CDD40F146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43218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B09E5D-13E8-4DA9-AD48-8CDD40F146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1785600"/>
            <a:ext cx="432824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87BFDEA-B96C-458F-ADE3-7E6C73838660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2B7DAF2F-0AF1-41B1-B756-6F3A3BA2BB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2FBB8BE-1C63-42AE-B573-02716D9C8D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06829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2FBB8BE-1C63-42AE-B573-02716D9C8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5013829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81600D2-56F6-4A51-ABA1-5826279A75A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7" name="Gráfico 10">
            <a:extLst>
              <a:ext uri="{FF2B5EF4-FFF2-40B4-BE49-F238E27FC236}">
                <a16:creationId xmlns:a16="http://schemas.microsoft.com/office/drawing/2014/main" id="{AD78EBD6-DC2D-45BE-8A39-E69FBA818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0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B642A63-D48A-4FE1-AEE8-77227504BF8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9521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B642A63-D48A-4FE1-AEE8-77227504BF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5013829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7E6E574-05EF-4197-832A-57DA89B20B56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CB4249B0-5AE9-4651-9A1A-77E42E9C1E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E88F29E-32D0-43B8-BBF9-2E21F01963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7234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E88F29E-32D0-43B8-BBF9-2E21F01963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0503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9BAB28E-ED76-4B26-A2F7-D94930CEFC41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9" name="Gráfico 10">
            <a:extLst>
              <a:ext uri="{FF2B5EF4-FFF2-40B4-BE49-F238E27FC236}">
                <a16:creationId xmlns:a16="http://schemas.microsoft.com/office/drawing/2014/main" id="{D4CC8E29-0B60-4773-80B0-EBEB5B0297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8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EB17312-2F2A-4926-832D-51AD5F67E4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4301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EB17312-2F2A-4926-832D-51AD5F67E4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B0000"/>
              </a:gs>
              <a:gs pos="100000">
                <a:srgbClr val="9A0000"/>
              </a:gs>
            </a:gsLst>
            <a:lin ang="810000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6520503" cy="513982"/>
          </a:xfrm>
          <a:prstGeom prst="rect">
            <a:avLst/>
          </a:prstGeom>
        </p:spPr>
        <p:txBody>
          <a:bodyPr vert="horz"/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D003A8D-BC95-43D9-BC5C-2FEF616BB9DB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6" name="Gráfico 10">
            <a:extLst>
              <a:ext uri="{FF2B5EF4-FFF2-40B4-BE49-F238E27FC236}">
                <a16:creationId xmlns:a16="http://schemas.microsoft.com/office/drawing/2014/main" id="{54E025C4-A1BA-4C98-A8CD-3BDD8B868A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9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E1B88D7-F3EA-4624-97FC-0D64C40733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642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E1B88D7-F3EA-4624-97FC-0D64C40733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CF44E4-B4E3-4EAA-9310-3294C94E3CB5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5" name="Gráfico 10">
            <a:extLst>
              <a:ext uri="{FF2B5EF4-FFF2-40B4-BE49-F238E27FC236}">
                <a16:creationId xmlns:a16="http://schemas.microsoft.com/office/drawing/2014/main" id="{7DB0C140-313B-405F-8A56-FC89E056A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7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ED1892E-5FEA-4B53-9DF5-590D7700F1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044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ED1892E-5FEA-4B53-9DF5-590D7700F1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464460" y="625475"/>
            <a:ext cx="932688" cy="932688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" y="3826333"/>
            <a:ext cx="11263080" cy="16065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FF5D5D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9361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75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79251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EB0000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CFD8C34-B094-40FA-BCD2-A53BF839DFFE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9" name="Gráfico 10">
            <a:extLst>
              <a:ext uri="{FF2B5EF4-FFF2-40B4-BE49-F238E27FC236}">
                <a16:creationId xmlns:a16="http://schemas.microsoft.com/office/drawing/2014/main" id="{150F66BA-028D-457F-A0EA-433FE29A4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4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868D3E2-46D0-42D1-A6CC-95BEC51551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5964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868D3E2-46D0-42D1-A6CC-95BEC51551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3993" y="584063"/>
            <a:ext cx="11199207" cy="51398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33598AD-BB87-4E36-B5D4-6BB9DCA2CE42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4" name="Gráfico 10">
            <a:extLst>
              <a:ext uri="{FF2B5EF4-FFF2-40B4-BE49-F238E27FC236}">
                <a16:creationId xmlns:a16="http://schemas.microsoft.com/office/drawing/2014/main" id="{79D39F73-109E-4621-B74E-D6F44A1B85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F936FC0-E118-4105-AE8C-54C0999C8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25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F936FC0-E118-4105-AE8C-54C0999C8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46446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1900304-BCAB-4813-B4EF-C8D25B5C9D67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8" name="Gráfico 10">
            <a:extLst>
              <a:ext uri="{FF2B5EF4-FFF2-40B4-BE49-F238E27FC236}">
                <a16:creationId xmlns:a16="http://schemas.microsoft.com/office/drawing/2014/main" id="{6D571C85-1D72-4A85-910A-53710732CA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0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1EB62F5-B4AE-4E4A-A05F-881CF5F72E5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05389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1EB62F5-B4AE-4E4A-A05F-881CF5F72E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5F51A5-7A1B-4886-8C3E-D4D78F6DE8A6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0" name="Gráfico 10">
            <a:extLst>
              <a:ext uri="{FF2B5EF4-FFF2-40B4-BE49-F238E27FC236}">
                <a16:creationId xmlns:a16="http://schemas.microsoft.com/office/drawing/2014/main" id="{6BACCB2D-86B1-4446-B9B5-052CDE8E48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2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CC2B1D6-60DB-45B3-B100-74F55C0088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9122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CC2B1D6-60DB-45B3-B100-74F55C0088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7118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A376192-8D77-447F-B976-D3C872F849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5049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A376192-8D77-447F-B976-D3C872F84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/>
          <p:cNvSpPr txBox="1">
            <a:spLocks/>
          </p:cNvSpPr>
          <p:nvPr/>
        </p:nvSpPr>
        <p:spPr>
          <a:xfrm>
            <a:off x="639044" y="2966151"/>
            <a:ext cx="3199529" cy="7201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200">
                <a:gradFill>
                  <a:gsLst>
                    <a:gs pos="100000">
                      <a:schemeClr val="tx2"/>
                    </a:gs>
                    <a:gs pos="2000">
                      <a:schemeClr val="accent2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67898" y="1630185"/>
            <a:ext cx="0" cy="3392129"/>
          </a:xfrm>
          <a:prstGeom prst="line">
            <a:avLst/>
          </a:prstGeom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768E09-C474-4597-A607-4490C6DA81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1826" y="1802755"/>
            <a:ext cx="6209072" cy="3046988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132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41896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81F8FC4-54E5-4947-8802-04B5A8729DB4}"/>
              </a:ext>
            </a:extLst>
          </p:cNvPr>
          <p:cNvSpPr/>
          <p:nvPr userDrawn="1"/>
        </p:nvSpPr>
        <p:spPr>
          <a:xfrm>
            <a:off x="820237" y="3464159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1" name="Forma libre: forma 18">
            <a:extLst>
              <a:ext uri="{FF2B5EF4-FFF2-40B4-BE49-F238E27FC236}">
                <a16:creationId xmlns:a16="http://schemas.microsoft.com/office/drawing/2014/main" id="{EB897F3E-95C2-442A-809B-88C740FC4855}"/>
              </a:ext>
            </a:extLst>
          </p:cNvPr>
          <p:cNvSpPr/>
          <p:nvPr userDrawn="1"/>
        </p:nvSpPr>
        <p:spPr>
          <a:xfrm>
            <a:off x="1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2" name="Picture 2" descr="Resultado de imagen de DJSI Member Log">
            <a:extLst>
              <a:ext uri="{FF2B5EF4-FFF2-40B4-BE49-F238E27FC236}">
                <a16:creationId xmlns:a16="http://schemas.microsoft.com/office/drawing/2014/main" id="{B7C9E202-F915-4379-8C3C-60824DFBA2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upo 19">
            <a:extLst>
              <a:ext uri="{FF2B5EF4-FFF2-40B4-BE49-F238E27FC236}">
                <a16:creationId xmlns:a16="http://schemas.microsoft.com/office/drawing/2014/main" id="{8D03AB31-02B5-4199-8E80-C40369B6DC2E}"/>
              </a:ext>
            </a:extLst>
          </p:cNvPr>
          <p:cNvGrpSpPr/>
          <p:nvPr userDrawn="1"/>
        </p:nvGrpSpPr>
        <p:grpSpPr>
          <a:xfrm>
            <a:off x="7612559" y="5573578"/>
            <a:ext cx="578707" cy="455017"/>
            <a:chOff x="2203451" y="-4230356"/>
            <a:chExt cx="6896100" cy="5422158"/>
          </a:xfrm>
        </p:grpSpPr>
        <p:pic>
          <p:nvPicPr>
            <p:cNvPr id="14" name="Imagen 21" descr="Imagen relacionada">
              <a:extLst>
                <a:ext uri="{FF2B5EF4-FFF2-40B4-BE49-F238E27FC236}">
                  <a16:creationId xmlns:a16="http://schemas.microsoft.com/office/drawing/2014/main" id="{4FE65679-9CE4-492A-89BA-71659CEA86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Imagen 23" descr="Imagen relacionada">
              <a:extLst>
                <a:ext uri="{FF2B5EF4-FFF2-40B4-BE49-F238E27FC236}">
                  <a16:creationId xmlns:a16="http://schemas.microsoft.com/office/drawing/2014/main" id="{9735A6D8-83C7-4BAC-9C33-4C04D637266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CuadroTexto 27">
            <a:extLst>
              <a:ext uri="{FF2B5EF4-FFF2-40B4-BE49-F238E27FC236}">
                <a16:creationId xmlns:a16="http://schemas.microsoft.com/office/drawing/2014/main" id="{9EEEFC30-1852-4D6B-8DA7-7AC1065BEE88}"/>
              </a:ext>
            </a:extLst>
          </p:cNvPr>
          <p:cNvSpPr txBox="1"/>
          <p:nvPr userDrawn="1"/>
        </p:nvSpPr>
        <p:spPr>
          <a:xfrm>
            <a:off x="721507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>
                <a:solidFill>
                  <a:srgbClr val="EC0000"/>
                </a:solidFill>
                <a:latin typeface="Santander Text" panose="020B0504020201020104" pitchFamily="34" charset="0"/>
              </a:rPr>
              <a:t>Thank You.</a:t>
            </a:r>
          </a:p>
        </p:txBody>
      </p:sp>
      <p:sp>
        <p:nvSpPr>
          <p:cNvPr id="18" name="Forma libre: forma 30">
            <a:extLst>
              <a:ext uri="{FF2B5EF4-FFF2-40B4-BE49-F238E27FC236}">
                <a16:creationId xmlns:a16="http://schemas.microsoft.com/office/drawing/2014/main" id="{2F61C956-9AE7-4E3B-890C-024E9641D459}"/>
              </a:ext>
            </a:extLst>
          </p:cNvPr>
          <p:cNvSpPr/>
          <p:nvPr userDrawn="1"/>
        </p:nvSpPr>
        <p:spPr>
          <a:xfrm>
            <a:off x="1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273" tIns="45637" rIns="91273" bIns="456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97">
              <a:solidFill>
                <a:srgbClr val="FFFFFF"/>
              </a:solidFill>
              <a:latin typeface="Santander Text" panose="020B0504020201020104" pitchFamily="34" charset="0"/>
            </a:endParaRP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4B87F180-12AD-41DB-BB7C-4708E3402180}"/>
              </a:ext>
            </a:extLst>
          </p:cNvPr>
          <p:cNvSpPr txBox="1"/>
          <p:nvPr userDrawn="1"/>
        </p:nvSpPr>
        <p:spPr>
          <a:xfrm>
            <a:off x="719289" y="1945651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purpose is to help people and businesses prosper.</a:t>
            </a:r>
          </a:p>
          <a:p>
            <a:endParaRPr lang="en-US" sz="1397">
              <a:solidFill>
                <a:srgbClr val="595959"/>
              </a:solidFill>
              <a:latin typeface="Santander Text" panose="020B0504020201020104" pitchFamily="34" charset="0"/>
            </a:endParaRPr>
          </a:p>
          <a:p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Our culture is based on believing </a:t>
            </a:r>
            <a:b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</a:br>
            <a:r>
              <a:rPr lang="en-US" sz="1397">
                <a:solidFill>
                  <a:srgbClr val="595959"/>
                </a:solidFill>
                <a:latin typeface="Santander Text" panose="020B0504020201020104" pitchFamily="34" charset="0"/>
              </a:rPr>
              <a:t>that everything we do should be:</a:t>
            </a:r>
          </a:p>
        </p:txBody>
      </p:sp>
      <p:pic>
        <p:nvPicPr>
          <p:cNvPr id="20" name="Gráfico 11">
            <a:extLst>
              <a:ext uri="{FF2B5EF4-FFF2-40B4-BE49-F238E27FC236}">
                <a16:creationId xmlns:a16="http://schemas.microsoft.com/office/drawing/2014/main" id="{7A6EDEB3-DC3C-41CF-A4BB-53D9BFB40E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2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3F2F8E-43C6-473B-BB86-8B66FAD1AC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9399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3F2F8E-43C6-473B-BB86-8B66FAD1AC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35409C-EEC0-4697-922E-41804253EF2D}"/>
              </a:ext>
            </a:extLst>
          </p:cNvPr>
          <p:cNvGrpSpPr/>
          <p:nvPr userDrawn="1"/>
        </p:nvGrpSpPr>
        <p:grpSpPr>
          <a:xfrm>
            <a:off x="1200" y="-5773"/>
            <a:ext cx="12189600" cy="6869546"/>
            <a:chOff x="1200" y="-5773"/>
            <a:chExt cx="12189600" cy="6869546"/>
          </a:xfrm>
        </p:grpSpPr>
        <p:sp>
          <p:nvSpPr>
            <p:cNvPr id="48" name="Slide edges">
              <a:extLst>
                <a:ext uri="{FF2B5EF4-FFF2-40B4-BE49-F238E27FC236}">
                  <a16:creationId xmlns:a16="http://schemas.microsoft.com/office/drawing/2014/main" id="{6F66A47D-10DD-41A7-A290-5A38DB83E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-5773"/>
              <a:ext cx="12189600" cy="6869546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9" name="Whitespace measure">
              <a:extLst>
                <a:ext uri="{FF2B5EF4-FFF2-40B4-BE49-F238E27FC236}">
                  <a16:creationId xmlns:a16="http://schemas.microsoft.com/office/drawing/2014/main" id="{7B7404E4-4590-4E7D-861E-2FAD51917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1494507"/>
              <a:ext cx="11263080" cy="581036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6">
              <a:extLst>
                <a:ext uri="{FF2B5EF4-FFF2-40B4-BE49-F238E27FC236}">
                  <a16:creationId xmlns:a16="http://schemas.microsoft.com/office/drawing/2014/main" id="{77A55600-F9A8-4F78-9C53-72AC179E5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99" y="1502190"/>
              <a:ext cx="10942499" cy="58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DB72AD3-0BEA-481F-B1CD-24764FE14762}"/>
                </a:ext>
              </a:extLst>
            </p:cNvPr>
            <p:cNvSpPr/>
            <p:nvPr/>
          </p:nvSpPr>
          <p:spPr>
            <a:xfrm>
              <a:off x="1200" y="0"/>
              <a:ext cx="12189600" cy="6863103"/>
            </a:xfrm>
            <a:custGeom>
              <a:avLst/>
              <a:gdLst>
                <a:gd name="connsiteX0" fmla="*/ 463260 w 12189600"/>
                <a:gd name="connsiteY0" fmla="*/ 623550 h 6863103"/>
                <a:gd name="connsiteX1" fmla="*/ 463260 w 12189600"/>
                <a:gd name="connsiteY1" fmla="*/ 6742382 h 6863103"/>
                <a:gd name="connsiteX2" fmla="*/ 11726340 w 12189600"/>
                <a:gd name="connsiteY2" fmla="*/ 6742382 h 6863103"/>
                <a:gd name="connsiteX3" fmla="*/ 11726340 w 12189600"/>
                <a:gd name="connsiteY3" fmla="*/ 623550 h 6863103"/>
                <a:gd name="connsiteX4" fmla="*/ 0 w 12189600"/>
                <a:gd name="connsiteY4" fmla="*/ 0 h 6863103"/>
                <a:gd name="connsiteX5" fmla="*/ 12189600 w 12189600"/>
                <a:gd name="connsiteY5" fmla="*/ 0 h 6863103"/>
                <a:gd name="connsiteX6" fmla="*/ 12189600 w 12189600"/>
                <a:gd name="connsiteY6" fmla="*/ 6863103 h 6863103"/>
                <a:gd name="connsiteX7" fmla="*/ 0 w 12189600"/>
                <a:gd name="connsiteY7" fmla="*/ 6863103 h 686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9600" h="6863103">
                  <a:moveTo>
                    <a:pt x="463260" y="623550"/>
                  </a:moveTo>
                  <a:lnTo>
                    <a:pt x="463260" y="6742382"/>
                  </a:lnTo>
                  <a:lnTo>
                    <a:pt x="11726340" y="6742382"/>
                  </a:lnTo>
                  <a:lnTo>
                    <a:pt x="11726340" y="623550"/>
                  </a:lnTo>
                  <a:close/>
                  <a:moveTo>
                    <a:pt x="0" y="0"/>
                  </a:moveTo>
                  <a:lnTo>
                    <a:pt x="12189600" y="0"/>
                  </a:lnTo>
                  <a:lnTo>
                    <a:pt x="12189600" y="6863103"/>
                  </a:lnTo>
                  <a:lnTo>
                    <a:pt x="0" y="6863103"/>
                  </a:lnTo>
                  <a:close/>
                </a:path>
              </a:pathLst>
            </a:custGeom>
            <a:solidFill>
              <a:srgbClr val="FF9797">
                <a:alpha val="4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6" name="Freeform 8">
              <a:extLst>
                <a:ext uri="{FF2B5EF4-FFF2-40B4-BE49-F238E27FC236}">
                  <a16:creationId xmlns:a16="http://schemas.microsoft.com/office/drawing/2014/main" id="{3967FCEB-D6C1-4458-B6BD-407AFCD566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0" y="0"/>
              <a:ext cx="12189600" cy="6863103"/>
            </a:xfrm>
            <a:custGeom>
              <a:avLst/>
              <a:gdLst>
                <a:gd name="T0" fmla="*/ 310 w 6021"/>
                <a:gd name="T1" fmla="*/ 742 h 3390"/>
                <a:gd name="T2" fmla="*/ 310 w 6021"/>
                <a:gd name="T3" fmla="*/ 742 h 3390"/>
                <a:gd name="T4" fmla="*/ 310 w 6021"/>
                <a:gd name="T5" fmla="*/ 310 h 3390"/>
                <a:gd name="T6" fmla="*/ 5715 w 6021"/>
                <a:gd name="T7" fmla="*/ 310 h 3390"/>
                <a:gd name="T8" fmla="*/ 5715 w 6021"/>
                <a:gd name="T9" fmla="*/ 742 h 3390"/>
                <a:gd name="T10" fmla="*/ 5715 w 6021"/>
                <a:gd name="T11" fmla="*/ 1029 h 3390"/>
                <a:gd name="T12" fmla="*/ 5715 w 6021"/>
                <a:gd name="T13" fmla="*/ 3040 h 3390"/>
                <a:gd name="T14" fmla="*/ 5715 w 6021"/>
                <a:gd name="T15" fmla="*/ 3043 h 3390"/>
                <a:gd name="T16" fmla="*/ 5715 w 6021"/>
                <a:gd name="T17" fmla="*/ 3230 h 3390"/>
                <a:gd name="T18" fmla="*/ 310 w 6021"/>
                <a:gd name="T19" fmla="*/ 3230 h 3390"/>
                <a:gd name="T20" fmla="*/ 310 w 6021"/>
                <a:gd name="T21" fmla="*/ 3040 h 3390"/>
                <a:gd name="T22" fmla="*/ 310 w 6021"/>
                <a:gd name="T23" fmla="*/ 1029 h 3390"/>
                <a:gd name="T24" fmla="*/ 310 w 6021"/>
                <a:gd name="T25" fmla="*/ 742 h 3390"/>
                <a:gd name="T26" fmla="*/ 6021 w 6021"/>
                <a:gd name="T27" fmla="*/ 0 h 3390"/>
                <a:gd name="T28" fmla="*/ 0 w 6021"/>
                <a:gd name="T29" fmla="*/ 0 h 3390"/>
                <a:gd name="T30" fmla="*/ 0 w 6021"/>
                <a:gd name="T31" fmla="*/ 3390 h 3390"/>
                <a:gd name="T32" fmla="*/ 6021 w 6021"/>
                <a:gd name="T33" fmla="*/ 3390 h 3390"/>
                <a:gd name="T34" fmla="*/ 6021 w 6021"/>
                <a:gd name="T35" fmla="*/ 0 h 3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21" h="3390">
                  <a:moveTo>
                    <a:pt x="310" y="742"/>
                  </a:moveTo>
                  <a:lnTo>
                    <a:pt x="310" y="742"/>
                  </a:lnTo>
                  <a:lnTo>
                    <a:pt x="310" y="310"/>
                  </a:lnTo>
                  <a:lnTo>
                    <a:pt x="5715" y="310"/>
                  </a:lnTo>
                  <a:lnTo>
                    <a:pt x="5715" y="742"/>
                  </a:lnTo>
                  <a:lnTo>
                    <a:pt x="5715" y="1029"/>
                  </a:lnTo>
                  <a:lnTo>
                    <a:pt x="5715" y="3040"/>
                  </a:lnTo>
                  <a:lnTo>
                    <a:pt x="5715" y="3043"/>
                  </a:lnTo>
                  <a:lnTo>
                    <a:pt x="5715" y="3230"/>
                  </a:lnTo>
                  <a:lnTo>
                    <a:pt x="310" y="3230"/>
                  </a:lnTo>
                  <a:lnTo>
                    <a:pt x="310" y="3040"/>
                  </a:lnTo>
                  <a:lnTo>
                    <a:pt x="310" y="1029"/>
                  </a:lnTo>
                  <a:lnTo>
                    <a:pt x="310" y="742"/>
                  </a:lnTo>
                  <a:moveTo>
                    <a:pt x="6021" y="0"/>
                  </a:moveTo>
                  <a:lnTo>
                    <a:pt x="0" y="0"/>
                  </a:lnTo>
                  <a:lnTo>
                    <a:pt x="0" y="3390"/>
                  </a:lnTo>
                  <a:lnTo>
                    <a:pt x="6021" y="3390"/>
                  </a:lnTo>
                  <a:lnTo>
                    <a:pt x="602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AAE27AE-A761-4086-BA43-07FA9DEE1DE5}"/>
                </a:ext>
              </a:extLst>
            </p:cNvPr>
            <p:cNvGrpSpPr/>
            <p:nvPr/>
          </p:nvGrpSpPr>
          <p:grpSpPr>
            <a:xfrm>
              <a:off x="1383311" y="623550"/>
              <a:ext cx="9425383" cy="5537047"/>
              <a:chOff x="1383311" y="623550"/>
              <a:chExt cx="9425383" cy="5537047"/>
            </a:xfrm>
          </p:grpSpPr>
          <p:sp>
            <p:nvSpPr>
              <p:cNvPr id="123" name="Rectangle 34">
                <a:extLst>
                  <a:ext uri="{FF2B5EF4-FFF2-40B4-BE49-F238E27FC236}">
                    <a16:creationId xmlns:a16="http://schemas.microsoft.com/office/drawing/2014/main" id="{757E33AF-D627-484B-A2EE-7E93D8FF65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4150" y="623550"/>
                <a:ext cx="289506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Rectangle 35">
                <a:extLst>
                  <a:ext uri="{FF2B5EF4-FFF2-40B4-BE49-F238E27FC236}">
                    <a16:creationId xmlns:a16="http://schemas.microsoft.com/office/drawing/2014/main" id="{EC6697D7-9E39-45B6-8D06-FDB9F79C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3755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Rectangle 36">
                <a:extLst>
                  <a:ext uri="{FF2B5EF4-FFF2-40B4-BE49-F238E27FC236}">
                    <a16:creationId xmlns:a16="http://schemas.microsoft.com/office/drawing/2014/main" id="{6AD2B1E5-F4E7-478A-8827-527BD7197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0977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Rectangle 37">
                <a:extLst>
                  <a:ext uri="{FF2B5EF4-FFF2-40B4-BE49-F238E27FC236}">
                    <a16:creationId xmlns:a16="http://schemas.microsoft.com/office/drawing/2014/main" id="{94AD912F-A235-4C46-A981-0D6FF7A14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6533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Rectangle 38">
                <a:extLst>
                  <a:ext uri="{FF2B5EF4-FFF2-40B4-BE49-F238E27FC236}">
                    <a16:creationId xmlns:a16="http://schemas.microsoft.com/office/drawing/2014/main" id="{04341D2E-2391-4A3E-9EA7-4717F1A36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9311" y="623550"/>
                <a:ext cx="279383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Rectangle 39">
                <a:extLst>
                  <a:ext uri="{FF2B5EF4-FFF2-40B4-BE49-F238E27FC236}">
                    <a16:creationId xmlns:a16="http://schemas.microsoft.com/office/drawing/2014/main" id="{E40A6458-DA2A-475F-97FF-2470A018A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3274" y="623550"/>
                <a:ext cx="293555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Rectangle 40">
                <a:extLst>
                  <a:ext uri="{FF2B5EF4-FFF2-40B4-BE49-F238E27FC236}">
                    <a16:creationId xmlns:a16="http://schemas.microsoft.com/office/drawing/2014/main" id="{ADE8E87E-384C-4795-94B3-76EB8F6C0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3311" y="623550"/>
                <a:ext cx="29153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Rectangle 41">
                <a:extLst>
                  <a:ext uri="{FF2B5EF4-FFF2-40B4-BE49-F238E27FC236}">
                    <a16:creationId xmlns:a16="http://schemas.microsoft.com/office/drawing/2014/main" id="{6918D558-9CB0-4B70-941A-1848C884C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162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Rectangle 42">
                <a:extLst>
                  <a:ext uri="{FF2B5EF4-FFF2-40B4-BE49-F238E27FC236}">
                    <a16:creationId xmlns:a16="http://schemas.microsoft.com/office/drawing/2014/main" id="{92FC6A38-EF62-4FB8-9141-9E95CC82B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940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Rectangle 43">
                <a:extLst>
                  <a:ext uri="{FF2B5EF4-FFF2-40B4-BE49-F238E27FC236}">
                    <a16:creationId xmlns:a16="http://schemas.microsoft.com/office/drawing/2014/main" id="{7F4F6BAA-971D-43D2-88A0-2C6BFE40A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7718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Rectangle 44">
                <a:extLst>
                  <a:ext uri="{FF2B5EF4-FFF2-40B4-BE49-F238E27FC236}">
                    <a16:creationId xmlns:a16="http://schemas.microsoft.com/office/drawing/2014/main" id="{54107A8E-0116-4948-BF4B-00AD5D931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496" y="623550"/>
                <a:ext cx="285457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98" name="Live space">
              <a:extLst>
                <a:ext uri="{FF2B5EF4-FFF2-40B4-BE49-F238E27FC236}">
                  <a16:creationId xmlns:a16="http://schemas.microsoft.com/office/drawing/2014/main" id="{223D537B-029A-4182-A5EB-17B26AB25B4E}"/>
                </a:ext>
              </a:extLst>
            </p:cNvPr>
            <p:cNvSpPr/>
            <p:nvPr/>
          </p:nvSpPr>
          <p:spPr>
            <a:xfrm>
              <a:off x="464460" y="2075543"/>
              <a:ext cx="11263080" cy="4079875"/>
            </a:xfrm>
            <a:prstGeom prst="rect">
              <a:avLst/>
            </a:prstGeom>
            <a:noFill/>
            <a:ln w="9525">
              <a:solidFill>
                <a:srgbClr val="EB0000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99" name="Footnote measure">
              <a:extLst>
                <a:ext uri="{FF2B5EF4-FFF2-40B4-BE49-F238E27FC236}">
                  <a16:creationId xmlns:a16="http://schemas.microsoft.com/office/drawing/2014/main" id="{BD1E184E-BA76-4816-9096-14320A51B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60" y="6155418"/>
              <a:ext cx="11263080" cy="586964"/>
            </a:xfrm>
            <a:prstGeom prst="rect">
              <a:avLst/>
            </a:prstGeom>
            <a:solidFill>
              <a:srgbClr val="FFCB32">
                <a:alpha val="1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702A537-65C4-411D-AA00-BF4DB6A67101}"/>
                </a:ext>
              </a:extLst>
            </p:cNvPr>
            <p:cNvGrpSpPr/>
            <p:nvPr/>
          </p:nvGrpSpPr>
          <p:grpSpPr>
            <a:xfrm>
              <a:off x="1200" y="623550"/>
              <a:ext cx="12189600" cy="5531868"/>
              <a:chOff x="1200" y="623550"/>
              <a:chExt cx="12189600" cy="5531868"/>
            </a:xfrm>
          </p:grpSpPr>
          <p:sp>
            <p:nvSpPr>
              <p:cNvPr id="103" name="Line 14">
                <a:extLst>
                  <a:ext uri="{FF2B5EF4-FFF2-40B4-BE49-F238E27FC236}">
                    <a16:creationId xmlns:a16="http://schemas.microsoft.com/office/drawing/2014/main" id="{5C200F49-50B5-4496-BD42-AE0AEB0D23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91470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Line 15">
                <a:extLst>
                  <a:ext uri="{FF2B5EF4-FFF2-40B4-BE49-F238E27FC236}">
                    <a16:creationId xmlns:a16="http://schemas.microsoft.com/office/drawing/2014/main" id="{D9661390-A599-49D1-8A14-9A80F7F8D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2355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Line 17">
                <a:extLst>
                  <a:ext uri="{FF2B5EF4-FFF2-40B4-BE49-F238E27FC236}">
                    <a16:creationId xmlns:a16="http://schemas.microsoft.com/office/drawing/2014/main" id="{56D2EA5F-6B29-4CCE-A74F-13DE4049C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20585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Line 18">
                <a:extLst>
                  <a:ext uri="{FF2B5EF4-FFF2-40B4-BE49-F238E27FC236}">
                    <a16:creationId xmlns:a16="http://schemas.microsoft.com/office/drawing/2014/main" id="{C0D1531F-6CA3-4091-9BE9-EF2A62379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49700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Line 19">
                <a:extLst>
                  <a:ext uri="{FF2B5EF4-FFF2-40B4-BE49-F238E27FC236}">
                    <a16:creationId xmlns:a16="http://schemas.microsoft.com/office/drawing/2014/main" id="{65DA1FDD-0B5E-4B19-86DD-95522282A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78815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Line 20">
                <a:extLst>
                  <a:ext uri="{FF2B5EF4-FFF2-40B4-BE49-F238E27FC236}">
                    <a16:creationId xmlns:a16="http://schemas.microsoft.com/office/drawing/2014/main" id="{C2FAC051-6056-41AD-9FE7-5C38EA3201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07930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Line 21">
                <a:extLst>
                  <a:ext uri="{FF2B5EF4-FFF2-40B4-BE49-F238E27FC236}">
                    <a16:creationId xmlns:a16="http://schemas.microsoft.com/office/drawing/2014/main" id="{46BA5B4D-E99F-4D91-9564-02066722A3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37045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Line 22">
                <a:extLst>
                  <a:ext uri="{FF2B5EF4-FFF2-40B4-BE49-F238E27FC236}">
                    <a16:creationId xmlns:a16="http://schemas.microsoft.com/office/drawing/2014/main" id="{6DD2A49E-7AEB-4B25-876F-2EAFF50EED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6160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Line 23">
                <a:extLst>
                  <a:ext uri="{FF2B5EF4-FFF2-40B4-BE49-F238E27FC236}">
                    <a16:creationId xmlns:a16="http://schemas.microsoft.com/office/drawing/2014/main" id="{1E18CC5A-0FEE-4E67-983D-425E31341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95275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Line 24">
                <a:extLst>
                  <a:ext uri="{FF2B5EF4-FFF2-40B4-BE49-F238E27FC236}">
                    <a16:creationId xmlns:a16="http://schemas.microsoft.com/office/drawing/2014/main" id="{C47013A5-EF9A-4A0C-B225-4E696C861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243909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Line 25">
                <a:extLst>
                  <a:ext uri="{FF2B5EF4-FFF2-40B4-BE49-F238E27FC236}">
                    <a16:creationId xmlns:a16="http://schemas.microsoft.com/office/drawing/2014/main" id="{286EC1DE-21F9-4267-8138-76196B5E9A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535060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Line 26">
                <a:extLst>
                  <a:ext uri="{FF2B5EF4-FFF2-40B4-BE49-F238E27FC236}">
                    <a16:creationId xmlns:a16="http://schemas.microsoft.com/office/drawing/2014/main" id="{A3FD46A1-E44A-4297-A574-E845BF797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3826211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27">
                <a:extLst>
                  <a:ext uri="{FF2B5EF4-FFF2-40B4-BE49-F238E27FC236}">
                    <a16:creationId xmlns:a16="http://schemas.microsoft.com/office/drawing/2014/main" id="{CDB67281-A782-497C-89D3-E41E8ECC5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117362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Line 28">
                <a:extLst>
                  <a:ext uri="{FF2B5EF4-FFF2-40B4-BE49-F238E27FC236}">
                    <a16:creationId xmlns:a16="http://schemas.microsoft.com/office/drawing/2014/main" id="{1DD6BF82-727B-4AFF-8229-F1210EB80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408513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Line 29">
                <a:extLst>
                  <a:ext uri="{FF2B5EF4-FFF2-40B4-BE49-F238E27FC236}">
                    <a16:creationId xmlns:a16="http://schemas.microsoft.com/office/drawing/2014/main" id="{2438866D-D2B1-481E-92EA-FAA3FAF4AF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699664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Line 30">
                <a:extLst>
                  <a:ext uri="{FF2B5EF4-FFF2-40B4-BE49-F238E27FC236}">
                    <a16:creationId xmlns:a16="http://schemas.microsoft.com/office/drawing/2014/main" id="{43659932-2A06-4542-B317-9B67718BC3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4990815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Line 31">
                <a:extLst>
                  <a:ext uri="{FF2B5EF4-FFF2-40B4-BE49-F238E27FC236}">
                    <a16:creationId xmlns:a16="http://schemas.microsoft.com/office/drawing/2014/main" id="{D8F08BEE-890B-415E-B6B5-A857B8F74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281966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Line 32">
                <a:extLst>
                  <a:ext uri="{FF2B5EF4-FFF2-40B4-BE49-F238E27FC236}">
                    <a16:creationId xmlns:a16="http://schemas.microsoft.com/office/drawing/2014/main" id="{D70182C3-6DB8-4EAE-A2FD-85674CA4C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573117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Line 16">
                <a:extLst>
                  <a:ext uri="{FF2B5EF4-FFF2-40B4-BE49-F238E27FC236}">
                    <a16:creationId xmlns:a16="http://schemas.microsoft.com/office/drawing/2014/main" id="{D4BAC4AB-A1FA-46A2-B58D-EC1BFAD85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615541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Line 33">
                <a:extLst>
                  <a:ext uri="{FF2B5EF4-FFF2-40B4-BE49-F238E27FC236}">
                    <a16:creationId xmlns:a16="http://schemas.microsoft.com/office/drawing/2014/main" id="{CF3FB8A1-F106-4238-B7D1-3B0A642E9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5864268"/>
                <a:ext cx="12189600" cy="0"/>
              </a:xfrm>
              <a:prstGeom prst="line">
                <a:avLst/>
              </a:prstGeom>
              <a:noFill/>
              <a:ln w="6350" cap="flat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1" name="Five column measure">
              <a:extLst>
                <a:ext uri="{FF2B5EF4-FFF2-40B4-BE49-F238E27FC236}">
                  <a16:creationId xmlns:a16="http://schemas.microsoft.com/office/drawing/2014/main" id="{E5201F0E-0E3E-45EF-8C37-DD2824BD9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799" y="5976438"/>
              <a:ext cx="10942499" cy="66810"/>
            </a:xfrm>
            <a:custGeom>
              <a:avLst/>
              <a:gdLst>
                <a:gd name="T0" fmla="*/ 1113 w 5405"/>
                <a:gd name="T1" fmla="*/ 0 h 33"/>
                <a:gd name="T2" fmla="*/ 2068 w 5405"/>
                <a:gd name="T3" fmla="*/ 0 h 33"/>
                <a:gd name="T4" fmla="*/ 2068 w 5405"/>
                <a:gd name="T5" fmla="*/ 33 h 33"/>
                <a:gd name="T6" fmla="*/ 1113 w 5405"/>
                <a:gd name="T7" fmla="*/ 33 h 33"/>
                <a:gd name="T8" fmla="*/ 1113 w 5405"/>
                <a:gd name="T9" fmla="*/ 0 h 33"/>
                <a:gd name="T10" fmla="*/ 1113 w 5405"/>
                <a:gd name="T11" fmla="*/ 0 h 33"/>
                <a:gd name="T12" fmla="*/ 4449 w 5405"/>
                <a:gd name="T13" fmla="*/ 0 h 33"/>
                <a:gd name="T14" fmla="*/ 4449 w 5405"/>
                <a:gd name="T15" fmla="*/ 33 h 33"/>
                <a:gd name="T16" fmla="*/ 5405 w 5405"/>
                <a:gd name="T17" fmla="*/ 33 h 33"/>
                <a:gd name="T18" fmla="*/ 5405 w 5405"/>
                <a:gd name="T19" fmla="*/ 0 h 33"/>
                <a:gd name="T20" fmla="*/ 4449 w 5405"/>
                <a:gd name="T21" fmla="*/ 0 h 33"/>
                <a:gd name="T22" fmla="*/ 4449 w 5405"/>
                <a:gd name="T23" fmla="*/ 0 h 33"/>
                <a:gd name="T24" fmla="*/ 3337 w 5405"/>
                <a:gd name="T25" fmla="*/ 0 h 33"/>
                <a:gd name="T26" fmla="*/ 3337 w 5405"/>
                <a:gd name="T27" fmla="*/ 33 h 33"/>
                <a:gd name="T28" fmla="*/ 4293 w 5405"/>
                <a:gd name="T29" fmla="*/ 33 h 33"/>
                <a:gd name="T30" fmla="*/ 4293 w 5405"/>
                <a:gd name="T31" fmla="*/ 0 h 33"/>
                <a:gd name="T32" fmla="*/ 3337 w 5405"/>
                <a:gd name="T33" fmla="*/ 0 h 33"/>
                <a:gd name="T34" fmla="*/ 3337 w 5405"/>
                <a:gd name="T35" fmla="*/ 0 h 33"/>
                <a:gd name="T36" fmla="*/ 2225 w 5405"/>
                <a:gd name="T37" fmla="*/ 0 h 33"/>
                <a:gd name="T38" fmla="*/ 2225 w 5405"/>
                <a:gd name="T39" fmla="*/ 33 h 33"/>
                <a:gd name="T40" fmla="*/ 3180 w 5405"/>
                <a:gd name="T41" fmla="*/ 33 h 33"/>
                <a:gd name="T42" fmla="*/ 3180 w 5405"/>
                <a:gd name="T43" fmla="*/ 0 h 33"/>
                <a:gd name="T44" fmla="*/ 2225 w 5405"/>
                <a:gd name="T45" fmla="*/ 0 h 33"/>
                <a:gd name="T46" fmla="*/ 2225 w 5405"/>
                <a:gd name="T47" fmla="*/ 0 h 33"/>
                <a:gd name="T48" fmla="*/ 0 w 5405"/>
                <a:gd name="T49" fmla="*/ 0 h 33"/>
                <a:gd name="T50" fmla="*/ 0 w 5405"/>
                <a:gd name="T51" fmla="*/ 33 h 33"/>
                <a:gd name="T52" fmla="*/ 955 w 5405"/>
                <a:gd name="T53" fmla="*/ 33 h 33"/>
                <a:gd name="T54" fmla="*/ 955 w 5405"/>
                <a:gd name="T55" fmla="*/ 0 h 33"/>
                <a:gd name="T56" fmla="*/ 0 w 5405"/>
                <a:gd name="T57" fmla="*/ 0 h 33"/>
                <a:gd name="T58" fmla="*/ 0 w 5405"/>
                <a:gd name="T5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405" h="33">
                  <a:moveTo>
                    <a:pt x="1113" y="0"/>
                  </a:moveTo>
                  <a:lnTo>
                    <a:pt x="2068" y="0"/>
                  </a:lnTo>
                  <a:lnTo>
                    <a:pt x="2068" y="33"/>
                  </a:lnTo>
                  <a:lnTo>
                    <a:pt x="1113" y="33"/>
                  </a:lnTo>
                  <a:lnTo>
                    <a:pt x="1113" y="0"/>
                  </a:lnTo>
                  <a:lnTo>
                    <a:pt x="1113" y="0"/>
                  </a:lnTo>
                  <a:close/>
                  <a:moveTo>
                    <a:pt x="4449" y="0"/>
                  </a:moveTo>
                  <a:lnTo>
                    <a:pt x="4449" y="33"/>
                  </a:lnTo>
                  <a:lnTo>
                    <a:pt x="5405" y="33"/>
                  </a:lnTo>
                  <a:lnTo>
                    <a:pt x="5405" y="0"/>
                  </a:lnTo>
                  <a:lnTo>
                    <a:pt x="4449" y="0"/>
                  </a:lnTo>
                  <a:lnTo>
                    <a:pt x="4449" y="0"/>
                  </a:lnTo>
                  <a:close/>
                  <a:moveTo>
                    <a:pt x="3337" y="0"/>
                  </a:moveTo>
                  <a:lnTo>
                    <a:pt x="3337" y="33"/>
                  </a:lnTo>
                  <a:lnTo>
                    <a:pt x="4293" y="33"/>
                  </a:lnTo>
                  <a:lnTo>
                    <a:pt x="4293" y="0"/>
                  </a:lnTo>
                  <a:lnTo>
                    <a:pt x="3337" y="0"/>
                  </a:lnTo>
                  <a:lnTo>
                    <a:pt x="3337" y="0"/>
                  </a:lnTo>
                  <a:close/>
                  <a:moveTo>
                    <a:pt x="2225" y="0"/>
                  </a:moveTo>
                  <a:lnTo>
                    <a:pt x="2225" y="33"/>
                  </a:lnTo>
                  <a:lnTo>
                    <a:pt x="3180" y="33"/>
                  </a:lnTo>
                  <a:lnTo>
                    <a:pt x="3180" y="0"/>
                  </a:lnTo>
                  <a:lnTo>
                    <a:pt x="2225" y="0"/>
                  </a:lnTo>
                  <a:lnTo>
                    <a:pt x="2225" y="0"/>
                  </a:lnTo>
                  <a:close/>
                  <a:moveTo>
                    <a:pt x="0" y="0"/>
                  </a:moveTo>
                  <a:lnTo>
                    <a:pt x="0" y="33"/>
                  </a:lnTo>
                  <a:lnTo>
                    <a:pt x="955" y="33"/>
                  </a:lnTo>
                  <a:lnTo>
                    <a:pt x="95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>
                <a:alpha val="15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ootnote example">
              <a:extLst>
                <a:ext uri="{FF2B5EF4-FFF2-40B4-BE49-F238E27FC236}">
                  <a16:creationId xmlns:a16="http://schemas.microsoft.com/office/drawing/2014/main" id="{2210F762-A290-4626-943F-AFBDED176EAD}"/>
                </a:ext>
              </a:extLst>
            </p:cNvPr>
            <p:cNvSpPr txBox="1"/>
            <p:nvPr/>
          </p:nvSpPr>
          <p:spPr>
            <a:xfrm>
              <a:off x="1688182" y="6368431"/>
              <a:ext cx="9030914" cy="37394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1. xxxx  2. xxxx  3. List footnotes in numerical order. Footnote numbers are not bracketed. Use 9pt font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lvl="0">
                <a:lnSpc>
                  <a:spcPct val="90000"/>
                </a:lnSpc>
                <a:defRPr/>
              </a:pPr>
              <a:r>
                <a:rPr lang="en-US" sz="900">
                  <a:solidFill>
                    <a:srgbClr val="7F7F7F"/>
                  </a:solidFill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  <a:endParaRPr kumimoji="0" lang="en-US" sz="900" b="0" i="0" u="none" strike="noStrike" kern="1200" cap="none" spc="0" normalizeH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sym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87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3818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190100" y="1115416"/>
            <a:ext cx="2327880" cy="8817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A673F4-E84A-4906-9EE0-E47E759AB8D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4" name="Gráfico 10">
            <a:extLst>
              <a:ext uri="{FF2B5EF4-FFF2-40B4-BE49-F238E27FC236}">
                <a16:creationId xmlns:a16="http://schemas.microsoft.com/office/drawing/2014/main" id="{5DA82A7E-30C4-4DA6-B2E8-92B7DE3E2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1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03602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89E48E6-9479-4108-B4CD-35A299602EEE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B21354F-8F55-4E0A-8C34-B734AFBD5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188340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18A826-B7F6-4DE4-B495-06E55312FCC4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E36A802-7AF8-46E6-B7DE-533EA7B6B9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7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16950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464460" y="3276651"/>
            <a:ext cx="1547143" cy="3046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DDCE68-9857-42B6-979C-C07AE3C4CFBA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FBBA0C41-A645-401D-90D5-0497650589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386290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5D5D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rgbClr val="FF5D5D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accent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190100" y="1115416"/>
            <a:ext cx="2327880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>
                <a:solidFill>
                  <a:srgbClr val="FF5D5D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6557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4691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rgbClr val="FF5D5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14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14020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rgbClr val="FF5D5D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rgbClr val="FF5D5D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93787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464460" y="3276651"/>
            <a:ext cx="1161047" cy="3046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34E82-0979-4FA1-BAF0-E612A916C69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2" name="Gráfico 10">
            <a:extLst>
              <a:ext uri="{FF2B5EF4-FFF2-40B4-BE49-F238E27FC236}">
                <a16:creationId xmlns:a16="http://schemas.microsoft.com/office/drawing/2014/main" id="{864775A1-D98F-4B20-B33A-70A53B4F76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 flip="none" rotWithShape="1">
          <a:gsLst>
            <a:gs pos="0">
              <a:srgbClr val="EB0000"/>
            </a:gs>
            <a:gs pos="100000">
              <a:srgbClr val="9A000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4966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46446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FF5D5D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E576499-88DB-4505-BF9A-F236812695C9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chemeClr val="bg1"/>
                </a:solidFill>
              </a:rPr>
              <a:pPr/>
              <a:t>‹Nº›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0C81D4A7-091E-4221-8838-64A976790B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5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32795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432" y="258852"/>
            <a:ext cx="11344544" cy="480131"/>
          </a:xfrm>
          <a:prstGeom prst="rect">
            <a:avLst/>
          </a:prstGeom>
        </p:spPr>
        <p:txBody>
          <a:bodyPr vert="horz" anchor="t">
            <a:spAutoFit/>
          </a:bodyPr>
          <a:lstStyle>
            <a:lvl1pPr>
              <a:defRPr sz="28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n-US" err="1"/>
              <a:t>Aquí</a:t>
            </a:r>
            <a:r>
              <a:rPr lang="en-US"/>
              <a:t> </a:t>
            </a:r>
            <a:r>
              <a:rPr lang="en-US" err="1"/>
              <a:t>Haga</a:t>
            </a:r>
            <a:r>
              <a:rPr lang="en-US"/>
              <a:t> </a:t>
            </a:r>
            <a:r>
              <a:rPr lang="en-US" err="1"/>
              <a:t>clic</a:t>
            </a:r>
            <a:r>
              <a:rPr lang="en-US"/>
              <a:t> para </a:t>
            </a:r>
            <a:r>
              <a:rPr lang="en-US" err="1"/>
              <a:t>modificar</a:t>
            </a:r>
            <a:r>
              <a:rPr lang="en-US"/>
              <a:t> el </a:t>
            </a:r>
            <a:r>
              <a:rPr lang="en-US" err="1"/>
              <a:t>estilo</a:t>
            </a:r>
            <a:r>
              <a:rPr lang="en-US"/>
              <a:t> de </a:t>
            </a:r>
            <a:r>
              <a:rPr lang="en-US" err="1"/>
              <a:t>título</a:t>
            </a:r>
            <a:r>
              <a:rPr lang="en-US"/>
              <a:t> del </a:t>
            </a:r>
            <a:r>
              <a:rPr lang="en-US" err="1"/>
              <a:t>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1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2020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32399"/>
          </a:xfrm>
        </p:spPr>
        <p:txBody>
          <a:bodyPr/>
          <a:lstStyle>
            <a:lvl1pPr>
              <a:defRPr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15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2020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3403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13.xml"/><Relationship Id="rId47" Type="http://schemas.openxmlformats.org/officeDocument/2006/relationships/slideLayout" Target="../slideLayouts/slideLayout118.xml"/><Relationship Id="rId63" Type="http://schemas.openxmlformats.org/officeDocument/2006/relationships/slideLayout" Target="../slideLayouts/slideLayout134.xml"/><Relationship Id="rId68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103.xml"/><Relationship Id="rId37" Type="http://schemas.openxmlformats.org/officeDocument/2006/relationships/slideLayout" Target="../slideLayouts/slideLayout108.xml"/><Relationship Id="rId40" Type="http://schemas.openxmlformats.org/officeDocument/2006/relationships/slideLayout" Target="../slideLayouts/slideLayout111.xml"/><Relationship Id="rId45" Type="http://schemas.openxmlformats.org/officeDocument/2006/relationships/slideLayout" Target="../slideLayouts/slideLayout116.xml"/><Relationship Id="rId53" Type="http://schemas.openxmlformats.org/officeDocument/2006/relationships/slideLayout" Target="../slideLayouts/slideLayout124.xml"/><Relationship Id="rId58" Type="http://schemas.openxmlformats.org/officeDocument/2006/relationships/slideLayout" Target="../slideLayouts/slideLayout129.xml"/><Relationship Id="rId66" Type="http://schemas.openxmlformats.org/officeDocument/2006/relationships/slideLayout" Target="../slideLayouts/slideLayout137.xml"/><Relationship Id="rId74" Type="http://schemas.openxmlformats.org/officeDocument/2006/relationships/oleObject" Target="../embeddings/oleObject71.bin"/><Relationship Id="rId5" Type="http://schemas.openxmlformats.org/officeDocument/2006/relationships/slideLayout" Target="../slideLayouts/slideLayout76.xml"/><Relationship Id="rId61" Type="http://schemas.openxmlformats.org/officeDocument/2006/relationships/slideLayout" Target="../slideLayouts/slideLayout132.xml"/><Relationship Id="rId1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8.xml"/><Relationship Id="rId30" Type="http://schemas.openxmlformats.org/officeDocument/2006/relationships/slideLayout" Target="../slideLayouts/slideLayout101.xml"/><Relationship Id="rId35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14.xml"/><Relationship Id="rId48" Type="http://schemas.openxmlformats.org/officeDocument/2006/relationships/slideLayout" Target="../slideLayouts/slideLayout119.xml"/><Relationship Id="rId56" Type="http://schemas.openxmlformats.org/officeDocument/2006/relationships/slideLayout" Target="../slideLayouts/slideLayout127.xml"/><Relationship Id="rId64" Type="http://schemas.openxmlformats.org/officeDocument/2006/relationships/slideLayout" Target="../slideLayouts/slideLayout135.xml"/><Relationship Id="rId69" Type="http://schemas.openxmlformats.org/officeDocument/2006/relationships/slideLayout" Target="../slideLayouts/slideLayout140.xml"/><Relationship Id="rId8" Type="http://schemas.openxmlformats.org/officeDocument/2006/relationships/slideLayout" Target="../slideLayouts/slideLayout79.xml"/><Relationship Id="rId51" Type="http://schemas.openxmlformats.org/officeDocument/2006/relationships/slideLayout" Target="../slideLayouts/slideLayout122.xml"/><Relationship Id="rId72" Type="http://schemas.openxmlformats.org/officeDocument/2006/relationships/theme" Target="../theme/theme2.xml"/><Relationship Id="rId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33" Type="http://schemas.openxmlformats.org/officeDocument/2006/relationships/slideLayout" Target="../slideLayouts/slideLayout104.xml"/><Relationship Id="rId38" Type="http://schemas.openxmlformats.org/officeDocument/2006/relationships/slideLayout" Target="../slideLayouts/slideLayout109.xml"/><Relationship Id="rId46" Type="http://schemas.openxmlformats.org/officeDocument/2006/relationships/slideLayout" Target="../slideLayouts/slideLayout117.xml"/><Relationship Id="rId59" Type="http://schemas.openxmlformats.org/officeDocument/2006/relationships/slideLayout" Target="../slideLayouts/slideLayout130.xml"/><Relationship Id="rId67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112.xml"/><Relationship Id="rId54" Type="http://schemas.openxmlformats.org/officeDocument/2006/relationships/slideLayout" Target="../slideLayouts/slideLayout125.xml"/><Relationship Id="rId62" Type="http://schemas.openxmlformats.org/officeDocument/2006/relationships/slideLayout" Target="../slideLayouts/slideLayout133.xml"/><Relationship Id="rId70" Type="http://schemas.openxmlformats.org/officeDocument/2006/relationships/slideLayout" Target="../slideLayouts/slideLayout141.xml"/><Relationship Id="rId75" Type="http://schemas.openxmlformats.org/officeDocument/2006/relationships/image" Target="../media/image1.emf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20.xml"/><Relationship Id="rId57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23.xml"/><Relationship Id="rId60" Type="http://schemas.openxmlformats.org/officeDocument/2006/relationships/slideLayout" Target="../slideLayouts/slideLayout131.xml"/><Relationship Id="rId65" Type="http://schemas.openxmlformats.org/officeDocument/2006/relationships/slideLayout" Target="../slideLayouts/slideLayout136.xml"/><Relationship Id="rId73" Type="http://schemas.openxmlformats.org/officeDocument/2006/relationships/tags" Target="../tags/tag76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21.xml"/><Relationship Id="rId55" Type="http://schemas.openxmlformats.org/officeDocument/2006/relationships/slideLayout" Target="../slideLayouts/slideLayout126.xml"/><Relationship Id="rId76" Type="http://schemas.openxmlformats.org/officeDocument/2006/relationships/image" Target="../media/image9.svg"/><Relationship Id="rId7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1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3"/>
            </p:custDataLst>
            <p:extLst>
              <p:ext uri="{D42A27DB-BD31-4B8C-83A1-F6EECF244321}">
                <p14:modId xmlns:p14="http://schemas.microsoft.com/office/powerpoint/2010/main" val="30650994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270" imgH="270" progId="TCLayout.ActiveDocument.1">
                  <p:embed/>
                </p:oleObj>
              </mc:Choice>
              <mc:Fallback>
                <p:oleObj name="think-cell Slide" r:id="rId7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993" y="584063"/>
            <a:ext cx="11389580" cy="51398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64460" y="2075543"/>
            <a:ext cx="11263080" cy="4079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0E15673-BBFA-49EF-A8EC-170EE833971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4" name="Gráfico 10">
            <a:extLst>
              <a:ext uri="{FF2B5EF4-FFF2-40B4-BE49-F238E27FC236}">
                <a16:creationId xmlns:a16="http://schemas.microsoft.com/office/drawing/2014/main" id="{318193CA-D9BA-4364-938B-178730FFAE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3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086" r:id="rId2"/>
    <p:sldLayoutId id="2147485183" r:id="rId3"/>
    <p:sldLayoutId id="2147485158" r:id="rId4"/>
    <p:sldLayoutId id="2147485113" r:id="rId5"/>
    <p:sldLayoutId id="2147485114" r:id="rId6"/>
    <p:sldLayoutId id="2147485154" r:id="rId7"/>
    <p:sldLayoutId id="2147485162" r:id="rId8"/>
    <p:sldLayoutId id="2147485149" r:id="rId9"/>
    <p:sldLayoutId id="2147485087" r:id="rId10"/>
    <p:sldLayoutId id="2147485112" r:id="rId11"/>
    <p:sldLayoutId id="2147485155" r:id="rId12"/>
    <p:sldLayoutId id="2147485164" r:id="rId13"/>
    <p:sldLayoutId id="2147485109" r:id="rId14"/>
    <p:sldLayoutId id="2147485165" r:id="rId15"/>
    <p:sldLayoutId id="2147485110" r:id="rId16"/>
    <p:sldLayoutId id="2147485166" r:id="rId17"/>
    <p:sldLayoutId id="2147485156" r:id="rId18"/>
    <p:sldLayoutId id="2147485167" r:id="rId19"/>
    <p:sldLayoutId id="2147485108" r:id="rId20"/>
    <p:sldLayoutId id="2147485107" r:id="rId21"/>
    <p:sldLayoutId id="2147485106" r:id="rId22"/>
    <p:sldLayoutId id="2147485090" r:id="rId23"/>
    <p:sldLayoutId id="2147485091" r:id="rId24"/>
    <p:sldLayoutId id="2147485092" r:id="rId25"/>
    <p:sldLayoutId id="2147485093" r:id="rId26"/>
    <p:sldLayoutId id="2147485116" r:id="rId27"/>
    <p:sldLayoutId id="2147485185" r:id="rId28"/>
    <p:sldLayoutId id="2147485161" r:id="rId29"/>
    <p:sldLayoutId id="2147485159" r:id="rId30"/>
    <p:sldLayoutId id="2147485119" r:id="rId31"/>
    <p:sldLayoutId id="2147485184" r:id="rId32"/>
    <p:sldLayoutId id="2147485137" r:id="rId33"/>
    <p:sldLayoutId id="2147485120" r:id="rId34"/>
    <p:sldLayoutId id="2147485121" r:id="rId35"/>
    <p:sldLayoutId id="2147485141" r:id="rId36"/>
    <p:sldLayoutId id="2147485163" r:id="rId37"/>
    <p:sldLayoutId id="2147485258" r:id="rId38"/>
    <p:sldLayoutId id="2147485139" r:id="rId39"/>
    <p:sldLayoutId id="2147485140" r:id="rId40"/>
    <p:sldLayoutId id="2147485122" r:id="rId41"/>
    <p:sldLayoutId id="2147485123" r:id="rId42"/>
    <p:sldLayoutId id="2147485151" r:id="rId43"/>
    <p:sldLayoutId id="2147485168" r:id="rId44"/>
    <p:sldLayoutId id="2147485127" r:id="rId45"/>
    <p:sldLayoutId id="2147485169" r:id="rId46"/>
    <p:sldLayoutId id="2147485126" r:id="rId47"/>
    <p:sldLayoutId id="2147485170" r:id="rId48"/>
    <p:sldLayoutId id="2147485153" r:id="rId49"/>
    <p:sldLayoutId id="2147485171" r:id="rId50"/>
    <p:sldLayoutId id="2147485128" r:id="rId51"/>
    <p:sldLayoutId id="2147485129" r:id="rId52"/>
    <p:sldLayoutId id="2147485130" r:id="rId53"/>
    <p:sldLayoutId id="2147485131" r:id="rId54"/>
    <p:sldLayoutId id="2147485145" r:id="rId55"/>
    <p:sldLayoutId id="2147485133" r:id="rId56"/>
    <p:sldLayoutId id="2147485144" r:id="rId57"/>
    <p:sldLayoutId id="2147485134" r:id="rId58"/>
    <p:sldLayoutId id="2147485146" r:id="rId59"/>
    <p:sldLayoutId id="2147485160" r:id="rId60"/>
    <p:sldLayoutId id="2147485172" r:id="rId61"/>
    <p:sldLayoutId id="2147485173" r:id="rId62"/>
    <p:sldLayoutId id="2147485174" r:id="rId63"/>
    <p:sldLayoutId id="2147485175" r:id="rId64"/>
    <p:sldLayoutId id="2147485176" r:id="rId65"/>
    <p:sldLayoutId id="2147485177" r:id="rId66"/>
    <p:sldLayoutId id="2147485178" r:id="rId67"/>
    <p:sldLayoutId id="2147485179" r:id="rId68"/>
    <p:sldLayoutId id="2147485180" r:id="rId69"/>
    <p:sldLayoutId id="2147485259" r:id="rId70"/>
    <p:sldLayoutId id="2147485262" r:id="rId7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marL="0" algn="l" defTabSz="912750" rtl="0" eaLnBrk="1" latinLnBrk="0" hangingPunct="1">
        <a:lnSpc>
          <a:spcPct val="90000"/>
        </a:lnSpc>
        <a:spcBef>
          <a:spcPct val="0"/>
        </a:spcBef>
        <a:buNone/>
        <a:defRPr lang="en-US" sz="2200" kern="1200" dirty="0">
          <a:solidFill>
            <a:srgbClr val="458FA3"/>
          </a:solidFill>
          <a:latin typeface="Santander Headline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​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•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EB0000"/>
        </a:buClr>
        <a:buFont typeface="Trebuchet MS" panose="020B0603020202020204" pitchFamily="34" charset="0"/>
        <a:buChar char="–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​"/>
        <a:defRPr lang="en-US" sz="1600" kern="1200">
          <a:solidFill>
            <a:srgbClr val="EB0000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​"/>
        <a:defRPr lang="en-US" sz="1600" b="1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EB0000"/>
        </a:buClr>
        <a:buFont typeface="Arial" panose="020B0604020202020204" pitchFamily="34" charset="0"/>
        <a:buChar char="•"/>
        <a:defRPr lang="en-US" sz="1600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EB0000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EB0000"/>
        </a:buClr>
        <a:buFont typeface="Arial" panose="020B0604020202020204" pitchFamily="34" charset="0"/>
        <a:buChar char="​"/>
        <a:defRPr lang="en-US" sz="5400" kern="1200" baseline="0" smtClean="0">
          <a:solidFill>
            <a:srgbClr val="EB0000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EB0000"/>
        </a:buClr>
        <a:buFont typeface="Arial" panose="020B0604020202020204" pitchFamily="34" charset="0"/>
        <a:buChar char="​"/>
        <a:defRPr lang="en-US" sz="2400" kern="1200" baseline="0" dirty="0">
          <a:solidFill>
            <a:srgbClr val="EB0000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 userDrawn="1">
          <p15:clr>
            <a:srgbClr val="F26B43"/>
          </p15:clr>
        </p15:guide>
        <p15:guide id="2" pos="293" userDrawn="1">
          <p15:clr>
            <a:srgbClr val="F26B43"/>
          </p15:clr>
        </p15:guide>
        <p15:guide id="3" pos="7387" userDrawn="1">
          <p15:clr>
            <a:srgbClr val="F26B43"/>
          </p15:clr>
        </p15:guide>
        <p15:guide id="4" orient="horz" pos="388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3"/>
            </p:custDataLst>
            <p:extLst>
              <p:ext uri="{D42A27DB-BD31-4B8C-83A1-F6EECF244321}">
                <p14:modId xmlns:p14="http://schemas.microsoft.com/office/powerpoint/2010/main" val="30650994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4" imgW="270" imgH="270" progId="TCLayout.ActiveDocument.1">
                  <p:embed/>
                </p:oleObj>
              </mc:Choice>
              <mc:Fallback>
                <p:oleObj name="think-cell Slide" r:id="rId7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363993" y="584063"/>
            <a:ext cx="11389580" cy="51398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64460" y="2075543"/>
            <a:ext cx="11263080" cy="40798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0E15673-BBFA-49EF-A8EC-170EE833971C}"/>
              </a:ext>
            </a:extLst>
          </p:cNvPr>
          <p:cNvSpPr txBox="1">
            <a:spLocks/>
          </p:cNvSpPr>
          <p:nvPr userDrawn="1"/>
        </p:nvSpPr>
        <p:spPr>
          <a:xfrm>
            <a:off x="11329079" y="6356350"/>
            <a:ext cx="5561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68AEDA0-D7C2-484D-8AE5-FFF565A662DB}" type="slidenum">
              <a:rPr lang="en-GB" smtClean="0">
                <a:solidFill>
                  <a:srgbClr val="E80000"/>
                </a:solidFill>
              </a:rPr>
              <a:pPr/>
              <a:t>‹Nº›</a:t>
            </a:fld>
            <a:endParaRPr lang="en-GB">
              <a:solidFill>
                <a:srgbClr val="E80000"/>
              </a:solidFill>
            </a:endParaRPr>
          </a:p>
        </p:txBody>
      </p:sp>
      <p:pic>
        <p:nvPicPr>
          <p:cNvPr id="14" name="Gráfico 10">
            <a:extLst>
              <a:ext uri="{FF2B5EF4-FFF2-40B4-BE49-F238E27FC236}">
                <a16:creationId xmlns:a16="http://schemas.microsoft.com/office/drawing/2014/main" id="{318193CA-D9BA-4364-938B-178730FFAE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7213" y="6442808"/>
            <a:ext cx="1172108" cy="2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3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90" r:id="rId1"/>
    <p:sldLayoutId id="2147485191" r:id="rId2"/>
    <p:sldLayoutId id="2147485192" r:id="rId3"/>
    <p:sldLayoutId id="2147485193" r:id="rId4"/>
    <p:sldLayoutId id="2147485194" r:id="rId5"/>
    <p:sldLayoutId id="2147485195" r:id="rId6"/>
    <p:sldLayoutId id="2147485196" r:id="rId7"/>
    <p:sldLayoutId id="2147485197" r:id="rId8"/>
    <p:sldLayoutId id="2147485198" r:id="rId9"/>
    <p:sldLayoutId id="2147485199" r:id="rId10"/>
    <p:sldLayoutId id="2147485200" r:id="rId11"/>
    <p:sldLayoutId id="2147485201" r:id="rId12"/>
    <p:sldLayoutId id="2147485202" r:id="rId13"/>
    <p:sldLayoutId id="2147485203" r:id="rId14"/>
    <p:sldLayoutId id="2147485204" r:id="rId15"/>
    <p:sldLayoutId id="2147485205" r:id="rId16"/>
    <p:sldLayoutId id="2147485206" r:id="rId17"/>
    <p:sldLayoutId id="2147485207" r:id="rId18"/>
    <p:sldLayoutId id="2147485208" r:id="rId19"/>
    <p:sldLayoutId id="2147485209" r:id="rId20"/>
    <p:sldLayoutId id="2147485210" r:id="rId21"/>
    <p:sldLayoutId id="2147485211" r:id="rId22"/>
    <p:sldLayoutId id="2147485212" r:id="rId23"/>
    <p:sldLayoutId id="2147485213" r:id="rId24"/>
    <p:sldLayoutId id="2147485214" r:id="rId25"/>
    <p:sldLayoutId id="2147485215" r:id="rId26"/>
    <p:sldLayoutId id="2147485216" r:id="rId27"/>
    <p:sldLayoutId id="2147485217" r:id="rId28"/>
    <p:sldLayoutId id="2147485218" r:id="rId29"/>
    <p:sldLayoutId id="2147485219" r:id="rId30"/>
    <p:sldLayoutId id="2147485220" r:id="rId31"/>
    <p:sldLayoutId id="2147485221" r:id="rId32"/>
    <p:sldLayoutId id="2147485222" r:id="rId33"/>
    <p:sldLayoutId id="2147485223" r:id="rId34"/>
    <p:sldLayoutId id="2147485224" r:id="rId35"/>
    <p:sldLayoutId id="2147485225" r:id="rId36"/>
    <p:sldLayoutId id="2147485226" r:id="rId37"/>
    <p:sldLayoutId id="2147485227" r:id="rId38"/>
    <p:sldLayoutId id="2147485228" r:id="rId39"/>
    <p:sldLayoutId id="2147485229" r:id="rId40"/>
    <p:sldLayoutId id="2147485230" r:id="rId41"/>
    <p:sldLayoutId id="2147485231" r:id="rId42"/>
    <p:sldLayoutId id="2147485232" r:id="rId43"/>
    <p:sldLayoutId id="2147485233" r:id="rId44"/>
    <p:sldLayoutId id="2147485234" r:id="rId45"/>
    <p:sldLayoutId id="2147485235" r:id="rId46"/>
    <p:sldLayoutId id="2147485236" r:id="rId47"/>
    <p:sldLayoutId id="2147485237" r:id="rId48"/>
    <p:sldLayoutId id="2147485238" r:id="rId49"/>
    <p:sldLayoutId id="2147485239" r:id="rId50"/>
    <p:sldLayoutId id="2147485240" r:id="rId51"/>
    <p:sldLayoutId id="2147485241" r:id="rId52"/>
    <p:sldLayoutId id="2147485242" r:id="rId53"/>
    <p:sldLayoutId id="2147485243" r:id="rId54"/>
    <p:sldLayoutId id="2147485244" r:id="rId55"/>
    <p:sldLayoutId id="2147485245" r:id="rId56"/>
    <p:sldLayoutId id="2147485246" r:id="rId57"/>
    <p:sldLayoutId id="2147485247" r:id="rId58"/>
    <p:sldLayoutId id="2147485248" r:id="rId59"/>
    <p:sldLayoutId id="2147485249" r:id="rId60"/>
    <p:sldLayoutId id="2147485250" r:id="rId61"/>
    <p:sldLayoutId id="2147485251" r:id="rId62"/>
    <p:sldLayoutId id="2147485252" r:id="rId63"/>
    <p:sldLayoutId id="2147485253" r:id="rId64"/>
    <p:sldLayoutId id="2147485254" r:id="rId65"/>
    <p:sldLayoutId id="2147485255" r:id="rId66"/>
    <p:sldLayoutId id="2147485256" r:id="rId67"/>
    <p:sldLayoutId id="2147485257" r:id="rId68"/>
    <p:sldLayoutId id="2147485186" r:id="rId69"/>
    <p:sldLayoutId id="2147485187" r:id="rId70"/>
    <p:sldLayoutId id="2147485188" r:id="rId7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marL="0" algn="l" defTabSz="912750" rtl="0" eaLnBrk="1" latinLnBrk="0" hangingPunct="1">
        <a:lnSpc>
          <a:spcPct val="90000"/>
        </a:lnSpc>
        <a:spcBef>
          <a:spcPct val="0"/>
        </a:spcBef>
        <a:buNone/>
        <a:defRPr lang="en-US" sz="2200" kern="1200" dirty="0">
          <a:solidFill>
            <a:srgbClr val="458FA3"/>
          </a:solidFill>
          <a:latin typeface="Santander Headline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​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•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EB0000"/>
        </a:buClr>
        <a:buFont typeface="Trebuchet MS" panose="020B0603020202020204" pitchFamily="34" charset="0"/>
        <a:buChar char="–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​"/>
        <a:defRPr lang="en-US" sz="1600" kern="1200">
          <a:solidFill>
            <a:srgbClr val="EB0000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EB0000"/>
        </a:buClr>
        <a:buFont typeface="Arial" panose="020B0604020202020204" pitchFamily="34" charset="0"/>
        <a:buChar char="​"/>
        <a:defRPr lang="en-US" sz="1600" b="1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EB0000"/>
        </a:buClr>
        <a:buFont typeface="Arial" panose="020B0604020202020204" pitchFamily="34" charset="0"/>
        <a:buChar char="•"/>
        <a:defRPr lang="en-US" sz="1600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EB0000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EB0000"/>
        </a:buClr>
        <a:buFont typeface="Arial" panose="020B0604020202020204" pitchFamily="34" charset="0"/>
        <a:buChar char="​"/>
        <a:defRPr lang="en-US" sz="5400" kern="1200" baseline="0" smtClean="0">
          <a:solidFill>
            <a:srgbClr val="EB0000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EB0000"/>
        </a:buClr>
        <a:buFont typeface="Arial" panose="020B0604020202020204" pitchFamily="34" charset="0"/>
        <a:buChar char="​"/>
        <a:defRPr lang="en-US" sz="2400" kern="1200" baseline="0" dirty="0">
          <a:solidFill>
            <a:srgbClr val="EB0000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 userDrawn="1">
          <p15:clr>
            <a:srgbClr val="F26B43"/>
          </p15:clr>
        </p15:guide>
        <p15:guide id="2" pos="293" userDrawn="1">
          <p15:clr>
            <a:srgbClr val="F26B43"/>
          </p15:clr>
        </p15:guide>
        <p15:guide id="3" pos="7387" userDrawn="1">
          <p15:clr>
            <a:srgbClr val="F26B43"/>
          </p15:clr>
        </p15:guide>
        <p15:guide id="4" orient="horz" pos="38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40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5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41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AA5C797-6C76-4F41-8BD2-832466D90F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83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AA5C797-6C76-4F41-8BD2-832466D90F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1085DD50-B214-4F06-89C4-3A5E7B7F7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4" y="1096485"/>
            <a:ext cx="8181623" cy="1892042"/>
          </a:xfrm>
        </p:spPr>
        <p:txBody>
          <a:bodyPr vert="horz">
            <a:normAutofit fontScale="90000"/>
          </a:bodyPr>
          <a:lstStyle/>
          <a:p>
            <a:r>
              <a:rPr lang="es-ES" dirty="0"/>
              <a:t>CI/CD </a:t>
            </a:r>
            <a:r>
              <a:rPr lang="es-ES" dirty="0" err="1"/>
              <a:t>for</a:t>
            </a:r>
            <a:r>
              <a:rPr lang="es-ES" dirty="0"/>
              <a:t> Enterprise Low-Code AI </a:t>
            </a:r>
            <a:r>
              <a:rPr lang="es-ES" dirty="0" err="1"/>
              <a:t>Agents</a:t>
            </a:r>
            <a:br>
              <a:rPr lang="es-ES" b="1" dirty="0"/>
            </a:br>
            <a:endParaRPr lang="en-US" noProof="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82E60982-1EE1-4DA4-8A7D-9A9DAD544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3077736"/>
            <a:ext cx="4934309" cy="2080859"/>
          </a:xfrm>
        </p:spPr>
        <p:txBody>
          <a:bodyPr/>
          <a:lstStyle/>
          <a:p>
            <a:r>
              <a:rPr lang="es-ES" sz="2800" dirty="0"/>
              <a:t>Low-</a:t>
            </a:r>
            <a:r>
              <a:rPr lang="es-ES" sz="2800" dirty="0" err="1"/>
              <a:t>code</a:t>
            </a:r>
            <a:r>
              <a:rPr lang="es-ES" sz="2800" dirty="0"/>
              <a:t> </a:t>
            </a:r>
            <a:r>
              <a:rPr lang="es-ES" sz="2800" dirty="0" err="1"/>
              <a:t>accelerates</a:t>
            </a:r>
            <a:r>
              <a:rPr lang="es-ES" sz="2800" dirty="0"/>
              <a:t> </a:t>
            </a:r>
            <a:r>
              <a:rPr lang="es-ES" sz="2800" dirty="0" err="1"/>
              <a:t>agent</a:t>
            </a:r>
            <a:r>
              <a:rPr lang="es-ES" sz="2800" dirty="0"/>
              <a:t> </a:t>
            </a:r>
            <a:r>
              <a:rPr lang="es-ES" sz="2800" dirty="0" err="1"/>
              <a:t>creation</a:t>
            </a:r>
            <a:r>
              <a:rPr lang="es-ES" sz="2800" dirty="0"/>
              <a:t>. CI/CD </a:t>
            </a:r>
            <a:r>
              <a:rPr lang="es-ES" sz="2800" dirty="0" err="1"/>
              <a:t>industrializes</a:t>
            </a:r>
            <a:r>
              <a:rPr lang="es-ES" sz="2800" dirty="0"/>
              <a:t> </a:t>
            </a:r>
            <a:r>
              <a:rPr lang="es-ES" sz="2800" dirty="0" err="1"/>
              <a:t>agent</a:t>
            </a:r>
            <a:r>
              <a:rPr lang="es-ES" sz="2800" dirty="0"/>
              <a:t> </a:t>
            </a:r>
            <a:r>
              <a:rPr lang="es-ES" sz="2800" dirty="0" err="1"/>
              <a:t>delivery</a:t>
            </a:r>
            <a:r>
              <a:rPr lang="es-ES" sz="2800" dirty="0"/>
              <a:t>.</a:t>
            </a:r>
          </a:p>
          <a:p>
            <a:endParaRPr lang="en-US" noProof="0" dirty="0"/>
          </a:p>
          <a:p>
            <a:r>
              <a:rPr lang="en-US" noProof="0" dirty="0"/>
              <a:t>May 2026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CA5E8D-B93F-AF6A-AD38-E797514F5A26}"/>
              </a:ext>
            </a:extLst>
          </p:cNvPr>
          <p:cNvSpPr txBox="1"/>
          <p:nvPr/>
        </p:nvSpPr>
        <p:spPr>
          <a:xfrm>
            <a:off x="3033132" y="-490654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03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BB5C2-C285-BEF6-4CE0-2A630F81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43B61-4151-96DD-04D2-28BB9706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93" y="365126"/>
            <a:ext cx="11253576" cy="491522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chemeClr val="accent3"/>
                </a:solidFill>
              </a:rPr>
              <a:t>CI/CD for Enterprise Low-Code AI Agents |</a:t>
            </a:r>
            <a:r>
              <a:rPr lang="es-ES" sz="2400" dirty="0"/>
              <a:t>Why Maisa Needs CI/CD. The </a:t>
            </a:r>
            <a:r>
              <a:rPr lang="es-ES" sz="2400" dirty="0" err="1"/>
              <a:t>faster</a:t>
            </a:r>
            <a:r>
              <a:rPr lang="es-ES" sz="2400" dirty="0"/>
              <a:t> </a:t>
            </a:r>
            <a:r>
              <a:rPr lang="es-ES" sz="2400" dirty="0" err="1"/>
              <a:t>we</a:t>
            </a:r>
            <a:r>
              <a:rPr lang="es-ES" sz="2400" dirty="0"/>
              <a:t> </a:t>
            </a:r>
            <a:r>
              <a:rPr lang="es-ES" sz="2400" dirty="0" err="1"/>
              <a:t>create</a:t>
            </a:r>
            <a:r>
              <a:rPr lang="es-ES" sz="2400" dirty="0"/>
              <a:t> </a:t>
            </a:r>
            <a:r>
              <a:rPr lang="es-ES" sz="2400" dirty="0" err="1"/>
              <a:t>agents</a:t>
            </a:r>
            <a:r>
              <a:rPr lang="es-ES" sz="2400" dirty="0"/>
              <a:t>, </a:t>
            </a:r>
            <a:r>
              <a:rPr lang="es-ES" sz="2400" dirty="0" err="1"/>
              <a:t>the</a:t>
            </a:r>
            <a:r>
              <a:rPr lang="es-ES" sz="2400" dirty="0"/>
              <a:t> more </a:t>
            </a:r>
            <a:r>
              <a:rPr lang="es-ES" sz="2400" dirty="0" err="1"/>
              <a:t>important</a:t>
            </a:r>
            <a:r>
              <a:rPr lang="es-ES" sz="2400" dirty="0"/>
              <a:t> </a:t>
            </a:r>
            <a:r>
              <a:rPr lang="es-ES" sz="2400" dirty="0" err="1"/>
              <a:t>deployment</a:t>
            </a:r>
            <a:r>
              <a:rPr lang="es-ES" sz="2400" dirty="0"/>
              <a:t> </a:t>
            </a:r>
            <a:r>
              <a:rPr lang="es-ES" sz="2400" dirty="0" err="1"/>
              <a:t>governance</a:t>
            </a:r>
            <a:r>
              <a:rPr lang="es-ES" sz="2400" dirty="0"/>
              <a:t> </a:t>
            </a:r>
            <a:r>
              <a:rPr lang="es-ES" sz="2400" dirty="0" err="1"/>
              <a:t>becomes</a:t>
            </a:r>
            <a:r>
              <a:rPr lang="es-ES" sz="2400" dirty="0"/>
              <a:t>.</a:t>
            </a:r>
            <a:br>
              <a:rPr lang="es-ES" sz="2400" dirty="0"/>
            </a:br>
            <a:endParaRPr lang="en-US" noProof="0" dirty="0">
              <a:latin typeface="+mj-lt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2A501E-18AA-084D-F366-A26675035AA5}"/>
              </a:ext>
            </a:extLst>
          </p:cNvPr>
          <p:cNvSpPr txBox="1">
            <a:spLocks/>
          </p:cNvSpPr>
          <p:nvPr/>
        </p:nvSpPr>
        <p:spPr>
          <a:xfrm>
            <a:off x="134754" y="17538"/>
            <a:ext cx="10741347" cy="3496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5400" kern="1200" baseline="0" smtClean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2400" kern="1200" baseline="0" dirty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600" noProof="0">
                <a:solidFill>
                  <a:srgbClr val="EB0000"/>
                </a:solidFill>
              </a:rPr>
              <a:t>Taxonomy</a:t>
            </a:r>
            <a:endParaRPr lang="en-US" sz="1100" noProof="0"/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61FDC408-D5BF-3E11-F185-13E8F82E110D}"/>
              </a:ext>
            </a:extLst>
          </p:cNvPr>
          <p:cNvSpPr txBox="1"/>
          <p:nvPr/>
        </p:nvSpPr>
        <p:spPr>
          <a:xfrm>
            <a:off x="8363415" y="-80288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AC3FA7C0-E792-9E1F-7662-B92E9257936D}"/>
              </a:ext>
            </a:extLst>
          </p:cNvPr>
          <p:cNvSpPr txBox="1"/>
          <p:nvPr/>
        </p:nvSpPr>
        <p:spPr>
          <a:xfrm>
            <a:off x="8218449" y="-847493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2A634F9B-9678-9D31-9665-95C1037D0561}"/>
              </a:ext>
            </a:extLst>
          </p:cNvPr>
          <p:cNvSpPr txBox="1"/>
          <p:nvPr/>
        </p:nvSpPr>
        <p:spPr>
          <a:xfrm>
            <a:off x="379141" y="86979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FCC34108-16C9-6F18-0208-7B542CAD1444}"/>
              </a:ext>
            </a:extLst>
          </p:cNvPr>
          <p:cNvSpPr txBox="1"/>
          <p:nvPr/>
        </p:nvSpPr>
        <p:spPr>
          <a:xfrm>
            <a:off x="-111512" y="981311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10" name="Google Shape;158;g3b312e66648_0_0">
            <a:extLst>
              <a:ext uri="{FF2B5EF4-FFF2-40B4-BE49-F238E27FC236}">
                <a16:creationId xmlns:a16="http://schemas.microsoft.com/office/drawing/2014/main" id="{4A1557E2-E24E-A5D5-E344-7C849706DE67}"/>
              </a:ext>
            </a:extLst>
          </p:cNvPr>
          <p:cNvSpPr txBox="1"/>
          <p:nvPr/>
        </p:nvSpPr>
        <p:spPr>
          <a:xfrm>
            <a:off x="8058233" y="3132000"/>
            <a:ext cx="3327739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Security and </a:t>
            </a:r>
            <a:r>
              <a:rPr lang="es-ES" dirty="0" err="1"/>
              <a:t>compliance</a:t>
            </a:r>
            <a:r>
              <a:rPr lang="es-ES" dirty="0"/>
              <a:t> </a:t>
            </a:r>
            <a:r>
              <a:rPr lang="es-ES" dirty="0" err="1"/>
              <a:t>concerns</a:t>
            </a:r>
            <a:endParaRPr lang="en-US" noProof="0" dirty="0"/>
          </a:p>
        </p:txBody>
      </p:sp>
      <p:sp>
        <p:nvSpPr>
          <p:cNvPr id="16" name="Google Shape;158;g3b312e66648_0_0">
            <a:extLst>
              <a:ext uri="{FF2B5EF4-FFF2-40B4-BE49-F238E27FC236}">
                <a16:creationId xmlns:a16="http://schemas.microsoft.com/office/drawing/2014/main" id="{F2441174-6EC2-69E7-F768-6FB24DB2CA9F}"/>
              </a:ext>
            </a:extLst>
          </p:cNvPr>
          <p:cNvSpPr txBox="1"/>
          <p:nvPr/>
        </p:nvSpPr>
        <p:spPr>
          <a:xfrm>
            <a:off x="472923" y="3132000"/>
            <a:ext cx="3067835" cy="59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Manual and </a:t>
            </a:r>
            <a:r>
              <a:rPr lang="es-ES" dirty="0" err="1"/>
              <a:t>inconsistent</a:t>
            </a:r>
            <a:r>
              <a:rPr lang="es-ES" dirty="0"/>
              <a:t> </a:t>
            </a:r>
            <a:r>
              <a:rPr lang="es-ES" dirty="0" err="1"/>
              <a:t>deployments</a:t>
            </a:r>
            <a:endParaRPr lang="en-US" noProof="0" dirty="0"/>
          </a:p>
        </p:txBody>
      </p:sp>
      <p:sp>
        <p:nvSpPr>
          <p:cNvPr id="22" name="Google Shape;158;g3b312e66648_0_0">
            <a:extLst>
              <a:ext uri="{FF2B5EF4-FFF2-40B4-BE49-F238E27FC236}">
                <a16:creationId xmlns:a16="http://schemas.microsoft.com/office/drawing/2014/main" id="{08235E48-7A30-3BFD-DE3F-29750C228873}"/>
              </a:ext>
            </a:extLst>
          </p:cNvPr>
          <p:cNvSpPr txBox="1"/>
          <p:nvPr/>
        </p:nvSpPr>
        <p:spPr>
          <a:xfrm>
            <a:off x="4470083" y="3132000"/>
            <a:ext cx="2788777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s-ES" dirty="0" err="1"/>
              <a:t>Limited</a:t>
            </a:r>
            <a:r>
              <a:rPr lang="es-ES" dirty="0"/>
              <a:t> </a:t>
            </a:r>
            <a:r>
              <a:rPr lang="es-ES" dirty="0" err="1"/>
              <a:t>testing</a:t>
            </a:r>
            <a:r>
              <a:rPr lang="es-ES" dirty="0"/>
              <a:t> </a:t>
            </a:r>
            <a:r>
              <a:rPr lang="es-ES" dirty="0" err="1"/>
              <a:t>before</a:t>
            </a:r>
            <a:r>
              <a:rPr lang="es-ES" dirty="0"/>
              <a:t> </a:t>
            </a:r>
            <a:r>
              <a:rPr lang="es-ES" dirty="0" err="1"/>
              <a:t>production</a:t>
            </a:r>
            <a:endParaRPr lang="en-US" noProof="0" dirty="0"/>
          </a:p>
        </p:txBody>
      </p:sp>
      <p:sp>
        <p:nvSpPr>
          <p:cNvPr id="41" name="Google Shape;8718;p292">
            <a:extLst>
              <a:ext uri="{FF2B5EF4-FFF2-40B4-BE49-F238E27FC236}">
                <a16:creationId xmlns:a16="http://schemas.microsoft.com/office/drawing/2014/main" id="{2DB79413-148F-8256-0D31-8BB0EC8F7676}"/>
              </a:ext>
            </a:extLst>
          </p:cNvPr>
          <p:cNvSpPr/>
          <p:nvPr/>
        </p:nvSpPr>
        <p:spPr>
          <a:xfrm>
            <a:off x="9434350" y="2141446"/>
            <a:ext cx="575505" cy="57726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99139" y="71914"/>
                </a:moveTo>
                <a:cubicBezTo>
                  <a:pt x="107096" y="63971"/>
                  <a:pt x="107096" y="63971"/>
                  <a:pt x="107096" y="63971"/>
                </a:cubicBezTo>
                <a:cubicBezTo>
                  <a:pt x="107526" y="63327"/>
                  <a:pt x="107526" y="62468"/>
                  <a:pt x="107096" y="61824"/>
                </a:cubicBezTo>
                <a:cubicBezTo>
                  <a:pt x="106451" y="61180"/>
                  <a:pt x="105376" y="61180"/>
                  <a:pt x="104946" y="61824"/>
                </a:cubicBezTo>
                <a:cubicBezTo>
                  <a:pt x="97204" y="69338"/>
                  <a:pt x="97204" y="69338"/>
                  <a:pt x="97204" y="69338"/>
                </a:cubicBezTo>
                <a:cubicBezTo>
                  <a:pt x="97204" y="46583"/>
                  <a:pt x="97204" y="46583"/>
                  <a:pt x="97204" y="46583"/>
                </a:cubicBezTo>
                <a:cubicBezTo>
                  <a:pt x="118709" y="25330"/>
                  <a:pt x="118709" y="25330"/>
                  <a:pt x="118709" y="25330"/>
                </a:cubicBezTo>
                <a:cubicBezTo>
                  <a:pt x="118924" y="24901"/>
                  <a:pt x="119139" y="24686"/>
                  <a:pt x="119139" y="24257"/>
                </a:cubicBezTo>
                <a:cubicBezTo>
                  <a:pt x="119139" y="23828"/>
                  <a:pt x="118924" y="23398"/>
                  <a:pt x="118709" y="23184"/>
                </a:cubicBezTo>
                <a:cubicBezTo>
                  <a:pt x="96774" y="1288"/>
                  <a:pt x="96774" y="1288"/>
                  <a:pt x="96774" y="1288"/>
                </a:cubicBezTo>
                <a:cubicBezTo>
                  <a:pt x="96344" y="858"/>
                  <a:pt x="95268" y="858"/>
                  <a:pt x="94623" y="1288"/>
                </a:cubicBezTo>
                <a:cubicBezTo>
                  <a:pt x="73763" y="22110"/>
                  <a:pt x="73763" y="22110"/>
                  <a:pt x="73763" y="22110"/>
                </a:cubicBezTo>
                <a:cubicBezTo>
                  <a:pt x="64516" y="13094"/>
                  <a:pt x="64516" y="13094"/>
                  <a:pt x="64516" y="13094"/>
                </a:cubicBezTo>
                <a:cubicBezTo>
                  <a:pt x="63870" y="12450"/>
                  <a:pt x="63010" y="12450"/>
                  <a:pt x="62365" y="13094"/>
                </a:cubicBezTo>
                <a:cubicBezTo>
                  <a:pt x="61935" y="13524"/>
                  <a:pt x="61935" y="14597"/>
                  <a:pt x="62365" y="15026"/>
                </a:cubicBezTo>
                <a:cubicBezTo>
                  <a:pt x="70107" y="22754"/>
                  <a:pt x="70107" y="22754"/>
                  <a:pt x="70107" y="22754"/>
                </a:cubicBezTo>
                <a:cubicBezTo>
                  <a:pt x="48387" y="22754"/>
                  <a:pt x="48387" y="22754"/>
                  <a:pt x="48387" y="22754"/>
                </a:cubicBezTo>
                <a:cubicBezTo>
                  <a:pt x="47741" y="10089"/>
                  <a:pt x="37204" y="0"/>
                  <a:pt x="24301" y="0"/>
                </a:cubicBezTo>
                <a:cubicBezTo>
                  <a:pt x="10967" y="0"/>
                  <a:pt x="0" y="10948"/>
                  <a:pt x="0" y="24257"/>
                </a:cubicBezTo>
                <a:cubicBezTo>
                  <a:pt x="0" y="36279"/>
                  <a:pt x="9032" y="46583"/>
                  <a:pt x="20860" y="48085"/>
                </a:cubicBezTo>
                <a:cubicBezTo>
                  <a:pt x="13118" y="55813"/>
                  <a:pt x="13118" y="55813"/>
                  <a:pt x="13118" y="55813"/>
                </a:cubicBezTo>
                <a:cubicBezTo>
                  <a:pt x="12473" y="56457"/>
                  <a:pt x="12473" y="57531"/>
                  <a:pt x="13118" y="57960"/>
                </a:cubicBezTo>
                <a:cubicBezTo>
                  <a:pt x="13548" y="58604"/>
                  <a:pt x="14623" y="58604"/>
                  <a:pt x="15268" y="57960"/>
                </a:cubicBezTo>
                <a:cubicBezTo>
                  <a:pt x="22795" y="50447"/>
                  <a:pt x="22795" y="50447"/>
                  <a:pt x="22795" y="50447"/>
                </a:cubicBezTo>
                <a:cubicBezTo>
                  <a:pt x="22795" y="71699"/>
                  <a:pt x="22795" y="71699"/>
                  <a:pt x="22795" y="71699"/>
                </a:cubicBezTo>
                <a:cubicBezTo>
                  <a:pt x="1505" y="71699"/>
                  <a:pt x="1505" y="71699"/>
                  <a:pt x="1505" y="71699"/>
                </a:cubicBezTo>
                <a:cubicBezTo>
                  <a:pt x="645" y="71699"/>
                  <a:pt x="0" y="72343"/>
                  <a:pt x="0" y="73202"/>
                </a:cubicBezTo>
                <a:cubicBezTo>
                  <a:pt x="0" y="118497"/>
                  <a:pt x="0" y="118497"/>
                  <a:pt x="0" y="118497"/>
                </a:cubicBezTo>
                <a:cubicBezTo>
                  <a:pt x="0" y="119355"/>
                  <a:pt x="645" y="120000"/>
                  <a:pt x="1505" y="120000"/>
                </a:cubicBezTo>
                <a:cubicBezTo>
                  <a:pt x="47096" y="120000"/>
                  <a:pt x="47096" y="120000"/>
                  <a:pt x="47096" y="120000"/>
                </a:cubicBezTo>
                <a:cubicBezTo>
                  <a:pt x="47956" y="120000"/>
                  <a:pt x="48602" y="119355"/>
                  <a:pt x="48602" y="118497"/>
                </a:cubicBezTo>
                <a:cubicBezTo>
                  <a:pt x="48602" y="73202"/>
                  <a:pt x="48602" y="73202"/>
                  <a:pt x="48602" y="73202"/>
                </a:cubicBezTo>
                <a:cubicBezTo>
                  <a:pt x="48602" y="72343"/>
                  <a:pt x="47956" y="71699"/>
                  <a:pt x="47096" y="71699"/>
                </a:cubicBezTo>
                <a:cubicBezTo>
                  <a:pt x="25806" y="71699"/>
                  <a:pt x="25806" y="71699"/>
                  <a:pt x="25806" y="71699"/>
                </a:cubicBezTo>
                <a:cubicBezTo>
                  <a:pt x="25806" y="50447"/>
                  <a:pt x="25806" y="50447"/>
                  <a:pt x="25806" y="50447"/>
                </a:cubicBezTo>
                <a:cubicBezTo>
                  <a:pt x="33333" y="57960"/>
                  <a:pt x="33333" y="57960"/>
                  <a:pt x="33333" y="57960"/>
                </a:cubicBezTo>
                <a:cubicBezTo>
                  <a:pt x="33763" y="58389"/>
                  <a:pt x="33978" y="58389"/>
                  <a:pt x="34408" y="58389"/>
                </a:cubicBezTo>
                <a:cubicBezTo>
                  <a:pt x="34838" y="58389"/>
                  <a:pt x="35268" y="58389"/>
                  <a:pt x="35483" y="57960"/>
                </a:cubicBezTo>
                <a:cubicBezTo>
                  <a:pt x="36129" y="57531"/>
                  <a:pt x="36129" y="56457"/>
                  <a:pt x="35483" y="55813"/>
                </a:cubicBezTo>
                <a:cubicBezTo>
                  <a:pt x="27741" y="48085"/>
                  <a:pt x="27741" y="48085"/>
                  <a:pt x="27741" y="48085"/>
                </a:cubicBezTo>
                <a:cubicBezTo>
                  <a:pt x="38924" y="46583"/>
                  <a:pt x="47741" y="37137"/>
                  <a:pt x="48387" y="25760"/>
                </a:cubicBezTo>
                <a:cubicBezTo>
                  <a:pt x="70107" y="25760"/>
                  <a:pt x="70107" y="25760"/>
                  <a:pt x="70107" y="25760"/>
                </a:cubicBezTo>
                <a:cubicBezTo>
                  <a:pt x="62365" y="33273"/>
                  <a:pt x="62365" y="33273"/>
                  <a:pt x="62365" y="33273"/>
                </a:cubicBezTo>
                <a:cubicBezTo>
                  <a:pt x="61935" y="33917"/>
                  <a:pt x="61935" y="34776"/>
                  <a:pt x="62365" y="35420"/>
                </a:cubicBezTo>
                <a:cubicBezTo>
                  <a:pt x="62795" y="35635"/>
                  <a:pt x="63010" y="35849"/>
                  <a:pt x="63440" y="35849"/>
                </a:cubicBezTo>
                <a:cubicBezTo>
                  <a:pt x="63870" y="35849"/>
                  <a:pt x="64301" y="35635"/>
                  <a:pt x="64516" y="35420"/>
                </a:cubicBezTo>
                <a:cubicBezTo>
                  <a:pt x="73763" y="26189"/>
                  <a:pt x="73763" y="26189"/>
                  <a:pt x="73763" y="26189"/>
                </a:cubicBezTo>
                <a:cubicBezTo>
                  <a:pt x="94193" y="46583"/>
                  <a:pt x="94193" y="46583"/>
                  <a:pt x="94193" y="46583"/>
                </a:cubicBezTo>
                <a:cubicBezTo>
                  <a:pt x="94193" y="69338"/>
                  <a:pt x="94193" y="69338"/>
                  <a:pt x="94193" y="69338"/>
                </a:cubicBezTo>
                <a:cubicBezTo>
                  <a:pt x="86666" y="61824"/>
                  <a:pt x="86666" y="61824"/>
                  <a:pt x="86666" y="61824"/>
                </a:cubicBezTo>
                <a:cubicBezTo>
                  <a:pt x="86021" y="61180"/>
                  <a:pt x="85161" y="61180"/>
                  <a:pt x="84516" y="61824"/>
                </a:cubicBezTo>
                <a:cubicBezTo>
                  <a:pt x="83870" y="62468"/>
                  <a:pt x="83870" y="63327"/>
                  <a:pt x="84516" y="63971"/>
                </a:cubicBezTo>
                <a:cubicBezTo>
                  <a:pt x="92473" y="71914"/>
                  <a:pt x="92473" y="71914"/>
                  <a:pt x="92473" y="71914"/>
                </a:cubicBezTo>
                <a:cubicBezTo>
                  <a:pt x="80645" y="73416"/>
                  <a:pt x="71612" y="83506"/>
                  <a:pt x="71612" y="95742"/>
                </a:cubicBezTo>
                <a:cubicBezTo>
                  <a:pt x="71612" y="109051"/>
                  <a:pt x="82365" y="120000"/>
                  <a:pt x="95698" y="120000"/>
                </a:cubicBezTo>
                <a:cubicBezTo>
                  <a:pt x="109247" y="120000"/>
                  <a:pt x="120000" y="109051"/>
                  <a:pt x="120000" y="95742"/>
                </a:cubicBezTo>
                <a:cubicBezTo>
                  <a:pt x="120000" y="83506"/>
                  <a:pt x="110967" y="73416"/>
                  <a:pt x="99139" y="71914"/>
                </a:cubicBezTo>
                <a:close/>
                <a:moveTo>
                  <a:pt x="45591" y="116994"/>
                </a:moveTo>
                <a:cubicBezTo>
                  <a:pt x="3010" y="116994"/>
                  <a:pt x="3010" y="116994"/>
                  <a:pt x="3010" y="116994"/>
                </a:cubicBezTo>
                <a:cubicBezTo>
                  <a:pt x="3010" y="74704"/>
                  <a:pt x="3010" y="74704"/>
                  <a:pt x="3010" y="74704"/>
                </a:cubicBezTo>
                <a:cubicBezTo>
                  <a:pt x="45591" y="74704"/>
                  <a:pt x="45591" y="74704"/>
                  <a:pt x="45591" y="74704"/>
                </a:cubicBezTo>
                <a:lnTo>
                  <a:pt x="45591" y="116994"/>
                </a:lnTo>
                <a:close/>
                <a:moveTo>
                  <a:pt x="24946" y="45295"/>
                </a:moveTo>
                <a:cubicBezTo>
                  <a:pt x="24731" y="45295"/>
                  <a:pt x="24516" y="45295"/>
                  <a:pt x="24301" y="45295"/>
                </a:cubicBezTo>
                <a:cubicBezTo>
                  <a:pt x="24086" y="45295"/>
                  <a:pt x="23870" y="45295"/>
                  <a:pt x="23655" y="45295"/>
                </a:cubicBezTo>
                <a:cubicBezTo>
                  <a:pt x="12258" y="45080"/>
                  <a:pt x="3010" y="35635"/>
                  <a:pt x="3010" y="24257"/>
                </a:cubicBezTo>
                <a:cubicBezTo>
                  <a:pt x="3010" y="12450"/>
                  <a:pt x="12473" y="3005"/>
                  <a:pt x="24301" y="3005"/>
                </a:cubicBezTo>
                <a:cubicBezTo>
                  <a:pt x="35913" y="3005"/>
                  <a:pt x="45591" y="12450"/>
                  <a:pt x="45591" y="24257"/>
                </a:cubicBezTo>
                <a:cubicBezTo>
                  <a:pt x="45591" y="35635"/>
                  <a:pt x="36344" y="45080"/>
                  <a:pt x="24946" y="45295"/>
                </a:cubicBezTo>
                <a:close/>
                <a:moveTo>
                  <a:pt x="95698" y="4508"/>
                </a:moveTo>
                <a:cubicBezTo>
                  <a:pt x="115483" y="24257"/>
                  <a:pt x="115483" y="24257"/>
                  <a:pt x="115483" y="24257"/>
                </a:cubicBezTo>
                <a:cubicBezTo>
                  <a:pt x="95698" y="43792"/>
                  <a:pt x="95698" y="43792"/>
                  <a:pt x="95698" y="43792"/>
                </a:cubicBezTo>
                <a:cubicBezTo>
                  <a:pt x="76129" y="24257"/>
                  <a:pt x="76129" y="24257"/>
                  <a:pt x="76129" y="24257"/>
                </a:cubicBezTo>
                <a:lnTo>
                  <a:pt x="95698" y="4508"/>
                </a:lnTo>
                <a:close/>
                <a:moveTo>
                  <a:pt x="95698" y="116994"/>
                </a:moveTo>
                <a:cubicBezTo>
                  <a:pt x="84086" y="116994"/>
                  <a:pt x="74623" y="107549"/>
                  <a:pt x="74623" y="95742"/>
                </a:cubicBezTo>
                <a:cubicBezTo>
                  <a:pt x="74623" y="84150"/>
                  <a:pt x="84086" y="74704"/>
                  <a:pt x="95698" y="74704"/>
                </a:cubicBezTo>
                <a:cubicBezTo>
                  <a:pt x="107526" y="74704"/>
                  <a:pt x="116989" y="84150"/>
                  <a:pt x="116989" y="95742"/>
                </a:cubicBezTo>
                <a:cubicBezTo>
                  <a:pt x="116989" y="107549"/>
                  <a:pt x="107526" y="116994"/>
                  <a:pt x="95698" y="1169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noProof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71FCE2-9FD2-3C7F-2C4C-A05AD1C3B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Google Shape;157;g3b312e66648_0_0">
            <a:extLst>
              <a:ext uri="{FF2B5EF4-FFF2-40B4-BE49-F238E27FC236}">
                <a16:creationId xmlns:a16="http://schemas.microsoft.com/office/drawing/2014/main" id="{6766D498-8DE2-E7B6-B3DB-07FE0E2AE065}"/>
              </a:ext>
            </a:extLst>
          </p:cNvPr>
          <p:cNvSpPr txBox="1"/>
          <p:nvPr/>
        </p:nvSpPr>
        <p:spPr>
          <a:xfrm>
            <a:off x="624283" y="1095901"/>
            <a:ext cx="10411579" cy="259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fontAlgn="base">
              <a:buClr>
                <a:schemeClr val="dk2"/>
              </a:buClr>
              <a:buSzPts val="1400"/>
            </a:pPr>
            <a:r>
              <a:rPr lang="es-ES" sz="1400" dirty="0"/>
              <a:t>Low-</a:t>
            </a:r>
            <a:r>
              <a:rPr lang="es-ES" sz="1400" dirty="0" err="1"/>
              <a:t>code</a:t>
            </a:r>
            <a:r>
              <a:rPr lang="es-ES" sz="1400" dirty="0"/>
              <a:t> </a:t>
            </a:r>
            <a:r>
              <a:rPr lang="es-ES" sz="1400" dirty="0" err="1"/>
              <a:t>platforms</a:t>
            </a:r>
            <a:r>
              <a:rPr lang="es-ES" sz="1400" dirty="0"/>
              <a:t> </a:t>
            </a:r>
            <a:r>
              <a:rPr lang="es-ES" sz="1400" dirty="0" err="1"/>
              <a:t>accelerate</a:t>
            </a:r>
            <a:r>
              <a:rPr lang="es-ES" sz="1400" dirty="0"/>
              <a:t> AI </a:t>
            </a:r>
            <a:r>
              <a:rPr lang="es-ES" sz="1400" dirty="0" err="1"/>
              <a:t>agent</a:t>
            </a:r>
            <a:r>
              <a:rPr lang="es-ES" sz="1400" dirty="0"/>
              <a:t> </a:t>
            </a:r>
            <a:r>
              <a:rPr lang="es-ES" sz="1400" dirty="0" err="1"/>
              <a:t>creation</a:t>
            </a:r>
            <a:r>
              <a:rPr lang="es-ES" sz="1400" dirty="0"/>
              <a:t>, </a:t>
            </a:r>
            <a:r>
              <a:rPr lang="es-ES" sz="1400" dirty="0" err="1"/>
              <a:t>but</a:t>
            </a:r>
            <a:r>
              <a:rPr lang="es-ES" sz="1400" dirty="0"/>
              <a:t> introduce new </a:t>
            </a:r>
            <a:r>
              <a:rPr lang="es-ES" sz="1400" dirty="0" err="1"/>
              <a:t>operational</a:t>
            </a:r>
            <a:r>
              <a:rPr lang="es-ES" sz="1400" dirty="0"/>
              <a:t> </a:t>
            </a:r>
            <a:r>
              <a:rPr lang="es-ES" sz="1400" dirty="0" err="1"/>
              <a:t>risks</a:t>
            </a:r>
            <a:r>
              <a:rPr lang="es-ES" sz="1400" dirty="0"/>
              <a:t>: </a:t>
            </a:r>
          </a:p>
          <a:p>
            <a:pPr lvl="0" fontAlgn="base">
              <a:buClr>
                <a:schemeClr val="dk2"/>
              </a:buClr>
              <a:buSzPts val="1400"/>
            </a:pPr>
            <a:endParaRPr lang="en-US" sz="1400" noProof="0" dirty="0">
              <a:solidFill>
                <a:srgbClr val="000000"/>
              </a:solidFill>
            </a:endParaRPr>
          </a:p>
        </p:txBody>
      </p:sp>
      <p:sp>
        <p:nvSpPr>
          <p:cNvPr id="14" name="Google Shape;157;g3b312e66648_0_0">
            <a:extLst>
              <a:ext uri="{FF2B5EF4-FFF2-40B4-BE49-F238E27FC236}">
                <a16:creationId xmlns:a16="http://schemas.microsoft.com/office/drawing/2014/main" id="{7A560607-9506-7356-7D63-E58E02C6D682}"/>
              </a:ext>
            </a:extLst>
          </p:cNvPr>
          <p:cNvSpPr txBox="1"/>
          <p:nvPr/>
        </p:nvSpPr>
        <p:spPr>
          <a:xfrm>
            <a:off x="472922" y="3840942"/>
            <a:ext cx="3067836" cy="243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400" dirty="0"/>
              <a:t>Common </a:t>
            </a:r>
            <a:r>
              <a:rPr lang="es-ES" sz="1400" dirty="0" err="1"/>
              <a:t>issues</a:t>
            </a:r>
            <a:r>
              <a:rPr lang="es-ES" sz="1400" dirty="0"/>
              <a:t> </a:t>
            </a:r>
            <a:r>
              <a:rPr lang="es-ES" sz="1400" dirty="0" err="1"/>
              <a:t>include</a:t>
            </a:r>
            <a:r>
              <a:rPr lang="es-E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Different</a:t>
            </a:r>
            <a:r>
              <a:rPr lang="es-ES" sz="1400" dirty="0"/>
              <a:t> </a:t>
            </a:r>
            <a:r>
              <a:rPr lang="es-ES" sz="1400" dirty="0" err="1"/>
              <a:t>prompt</a:t>
            </a:r>
            <a:r>
              <a:rPr lang="es-ES" sz="1400" dirty="0"/>
              <a:t> </a:t>
            </a:r>
            <a:r>
              <a:rPr lang="es-ES" sz="1400" dirty="0" err="1"/>
              <a:t>versions</a:t>
            </a:r>
            <a:r>
              <a:rPr lang="es-ES" sz="1400" dirty="0"/>
              <a:t> </a:t>
            </a:r>
            <a:r>
              <a:rPr lang="es-ES" sz="1400" dirty="0" err="1"/>
              <a:t>between</a:t>
            </a:r>
            <a:r>
              <a:rPr lang="es-ES" sz="1400" dirty="0"/>
              <a:t> </a:t>
            </a:r>
            <a:r>
              <a:rPr lang="es-ES" sz="1400" dirty="0" err="1"/>
              <a:t>environments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Missing</a:t>
            </a:r>
            <a:r>
              <a:rPr lang="es-ES" sz="1400" dirty="0"/>
              <a:t> </a:t>
            </a:r>
            <a:r>
              <a:rPr lang="es-ES" sz="1400" dirty="0" err="1"/>
              <a:t>integrations</a:t>
            </a:r>
            <a:r>
              <a:rPr lang="es-ES" sz="1400" dirty="0"/>
              <a:t> </a:t>
            </a:r>
            <a:r>
              <a:rPr lang="es-ES" sz="1400" dirty="0" err="1"/>
              <a:t>or</a:t>
            </a:r>
            <a:r>
              <a:rPr lang="es-ES" sz="1400" dirty="0"/>
              <a:t> </a:t>
            </a:r>
            <a:r>
              <a:rPr lang="es-ES" sz="1400" dirty="0" err="1"/>
              <a:t>permissions</a:t>
            </a:r>
            <a:r>
              <a:rPr lang="es-ES" sz="1400" dirty="0"/>
              <a:t> in </a:t>
            </a:r>
            <a:r>
              <a:rPr lang="es-ES" sz="1400" dirty="0" err="1"/>
              <a:t>Production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Undocumented</a:t>
            </a:r>
            <a:r>
              <a:rPr lang="es-ES" sz="1400" dirty="0"/>
              <a:t> </a:t>
            </a:r>
            <a:r>
              <a:rPr lang="es-ES" sz="1400" dirty="0" err="1"/>
              <a:t>hotfixes</a:t>
            </a:r>
            <a:r>
              <a:rPr lang="es-ES" sz="1400" dirty="0"/>
              <a:t> </a:t>
            </a:r>
            <a:r>
              <a:rPr lang="es-ES" sz="1400" dirty="0" err="1"/>
              <a:t>performed</a:t>
            </a:r>
            <a:r>
              <a:rPr lang="es-ES" sz="1400" dirty="0"/>
              <a:t> </a:t>
            </a:r>
            <a:r>
              <a:rPr lang="es-ES" sz="1400" dirty="0" err="1"/>
              <a:t>directly</a:t>
            </a:r>
            <a:r>
              <a:rPr lang="es-ES" sz="1400" dirty="0"/>
              <a:t> in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platform</a:t>
            </a:r>
            <a:r>
              <a:rPr lang="es-ES" sz="1400" dirty="0"/>
              <a:t> UI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Inability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reproduce </a:t>
            </a:r>
            <a:r>
              <a:rPr lang="es-ES" sz="1400" dirty="0" err="1"/>
              <a:t>agent</a:t>
            </a:r>
            <a:r>
              <a:rPr lang="es-ES" sz="1400" dirty="0"/>
              <a:t> </a:t>
            </a:r>
            <a:r>
              <a:rPr lang="es-ES" sz="1400" dirty="0" err="1"/>
              <a:t>behavior</a:t>
            </a:r>
            <a:r>
              <a:rPr lang="es-ES" sz="1400" dirty="0"/>
              <a:t> </a:t>
            </a:r>
            <a:r>
              <a:rPr lang="es-ES" sz="1400" dirty="0" err="1"/>
              <a:t>during</a:t>
            </a:r>
            <a:r>
              <a:rPr lang="es-ES" sz="1400" dirty="0"/>
              <a:t> </a:t>
            </a:r>
            <a:r>
              <a:rPr lang="es-ES" sz="1400" dirty="0" err="1"/>
              <a:t>incidents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Lack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rollback</a:t>
            </a:r>
            <a:r>
              <a:rPr lang="es-ES" sz="1400" dirty="0"/>
              <a:t> </a:t>
            </a:r>
            <a:r>
              <a:rPr lang="es-ES" sz="1400" dirty="0" err="1"/>
              <a:t>mechanisms</a:t>
            </a:r>
            <a:endParaRPr lang="es-ES" sz="1400" dirty="0"/>
          </a:p>
        </p:txBody>
      </p:sp>
      <p:sp>
        <p:nvSpPr>
          <p:cNvPr id="17" name="Google Shape;157;g3b312e66648_0_0">
            <a:extLst>
              <a:ext uri="{FF2B5EF4-FFF2-40B4-BE49-F238E27FC236}">
                <a16:creationId xmlns:a16="http://schemas.microsoft.com/office/drawing/2014/main" id="{8F6534CD-7061-C67C-6AFC-E1C24727C462}"/>
              </a:ext>
            </a:extLst>
          </p:cNvPr>
          <p:cNvSpPr txBox="1"/>
          <p:nvPr/>
        </p:nvSpPr>
        <p:spPr>
          <a:xfrm>
            <a:off x="4470083" y="3833354"/>
            <a:ext cx="2788777" cy="243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400" dirty="0" err="1"/>
              <a:t>Without</a:t>
            </a:r>
            <a:r>
              <a:rPr lang="es-ES" sz="1400" dirty="0"/>
              <a:t> a </a:t>
            </a:r>
            <a:r>
              <a:rPr lang="es-ES" sz="1400" dirty="0" err="1"/>
              <a:t>structured</a:t>
            </a:r>
            <a:r>
              <a:rPr lang="es-ES" sz="1400" dirty="0"/>
              <a:t> </a:t>
            </a:r>
            <a:r>
              <a:rPr lang="es-ES" sz="1400" dirty="0" err="1"/>
              <a:t>testing</a:t>
            </a:r>
            <a:r>
              <a:rPr lang="es-ES" sz="1400" dirty="0"/>
              <a:t> </a:t>
            </a:r>
            <a:r>
              <a:rPr lang="es-ES" sz="1400" dirty="0" err="1"/>
              <a:t>process</a:t>
            </a:r>
            <a:r>
              <a:rPr lang="es-ES" sz="1400" dirty="0"/>
              <a:t>, </a:t>
            </a:r>
            <a:r>
              <a:rPr lang="es-ES" sz="1400" dirty="0" err="1"/>
              <a:t>organizations</a:t>
            </a:r>
            <a:r>
              <a:rPr lang="es-ES" sz="1400" dirty="0"/>
              <a:t> </a:t>
            </a:r>
            <a:r>
              <a:rPr lang="es-ES" sz="1400" dirty="0" err="1"/>
              <a:t>face</a:t>
            </a:r>
            <a:r>
              <a:rPr lang="es-ES" sz="1400" dirty="0"/>
              <a:t> </a:t>
            </a:r>
            <a:r>
              <a:rPr lang="es-ES" sz="1400" dirty="0" err="1"/>
              <a:t>risks</a:t>
            </a:r>
            <a:r>
              <a:rPr lang="es-ES" sz="1400" dirty="0"/>
              <a:t> </a:t>
            </a:r>
            <a:r>
              <a:rPr lang="es-ES" sz="1400" dirty="0" err="1"/>
              <a:t>such</a:t>
            </a:r>
            <a:r>
              <a:rPr lang="es-ES" sz="1400" dirty="0"/>
              <a:t>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Unexpected</a:t>
            </a:r>
            <a:r>
              <a:rPr lang="es-ES" sz="1400" dirty="0"/>
              <a:t> </a:t>
            </a:r>
            <a:r>
              <a:rPr lang="es-ES" sz="1400" dirty="0" err="1"/>
              <a:t>or</a:t>
            </a:r>
            <a:r>
              <a:rPr lang="es-ES" sz="1400" dirty="0"/>
              <a:t> </a:t>
            </a:r>
            <a:r>
              <a:rPr lang="es-ES" sz="1400" dirty="0" err="1"/>
              <a:t>inconsistent</a:t>
            </a:r>
            <a:r>
              <a:rPr lang="es-ES" sz="1400" dirty="0"/>
              <a:t> responses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Hallucinations</a:t>
            </a:r>
            <a:r>
              <a:rPr lang="es-ES" sz="1400" dirty="0"/>
              <a:t> </a:t>
            </a:r>
            <a:r>
              <a:rPr lang="es-ES" sz="1400" dirty="0" err="1"/>
              <a:t>or</a:t>
            </a:r>
            <a:r>
              <a:rPr lang="es-ES" sz="1400" dirty="0"/>
              <a:t> </a:t>
            </a:r>
            <a:r>
              <a:rPr lang="es-ES" sz="1400" dirty="0" err="1"/>
              <a:t>inaccurate</a:t>
            </a:r>
            <a:r>
              <a:rPr lang="es-ES" sz="1400" dirty="0"/>
              <a:t>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Failures</a:t>
            </a:r>
            <a:r>
              <a:rPr lang="es-ES" sz="1400" dirty="0"/>
              <a:t> in </a:t>
            </a:r>
            <a:r>
              <a:rPr lang="es-ES" sz="1400" dirty="0" err="1"/>
              <a:t>edge</a:t>
            </a:r>
            <a:r>
              <a:rPr lang="es-ES" sz="1400" dirty="0"/>
              <a:t> cases </a:t>
            </a:r>
            <a:r>
              <a:rPr lang="es-ES" sz="1400" dirty="0" err="1"/>
              <a:t>or</a:t>
            </a:r>
            <a:r>
              <a:rPr lang="es-ES" sz="1400" dirty="0"/>
              <a:t> </a:t>
            </a:r>
            <a:r>
              <a:rPr lang="es-ES" sz="1400" dirty="0" err="1"/>
              <a:t>uncommon</a:t>
            </a:r>
            <a:r>
              <a:rPr lang="es-ES" sz="1400" dirty="0"/>
              <a:t> </a:t>
            </a:r>
            <a:r>
              <a:rPr lang="es-ES" sz="1400" dirty="0" err="1"/>
              <a:t>scenarios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Broken </a:t>
            </a:r>
            <a:r>
              <a:rPr lang="es-ES" sz="1400" dirty="0" err="1"/>
              <a:t>integrations</a:t>
            </a:r>
            <a:r>
              <a:rPr lang="es-ES" sz="1400" dirty="0"/>
              <a:t> </a:t>
            </a:r>
            <a:r>
              <a:rPr lang="es-ES" sz="1400" dirty="0" err="1"/>
              <a:t>with</a:t>
            </a:r>
            <a:r>
              <a:rPr lang="es-ES" sz="1400" dirty="0"/>
              <a:t> </a:t>
            </a:r>
            <a:r>
              <a:rPr lang="es-ES" sz="1400" dirty="0" err="1"/>
              <a:t>external</a:t>
            </a:r>
            <a:r>
              <a:rPr lang="es-ES" sz="1400" dirty="0"/>
              <a:t> </a:t>
            </a:r>
            <a:r>
              <a:rPr lang="es-ES" sz="1400" dirty="0" err="1"/>
              <a:t>systems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Performance </a:t>
            </a:r>
            <a:r>
              <a:rPr lang="es-ES" sz="1400" dirty="0" err="1"/>
              <a:t>degradation</a:t>
            </a:r>
            <a:r>
              <a:rPr lang="es-ES" sz="1400" dirty="0"/>
              <a:t> after </a:t>
            </a:r>
            <a:r>
              <a:rPr lang="es-ES" sz="1400" dirty="0" err="1"/>
              <a:t>updates</a:t>
            </a:r>
            <a:endParaRPr lang="es-ES" sz="1400" dirty="0"/>
          </a:p>
        </p:txBody>
      </p:sp>
      <p:sp>
        <p:nvSpPr>
          <p:cNvPr id="18" name="Google Shape;157;g3b312e66648_0_0">
            <a:extLst>
              <a:ext uri="{FF2B5EF4-FFF2-40B4-BE49-F238E27FC236}">
                <a16:creationId xmlns:a16="http://schemas.microsoft.com/office/drawing/2014/main" id="{BD912C1F-710B-7CEE-B422-A474A8CF7DC2}"/>
              </a:ext>
            </a:extLst>
          </p:cNvPr>
          <p:cNvSpPr txBox="1"/>
          <p:nvPr/>
        </p:nvSpPr>
        <p:spPr>
          <a:xfrm>
            <a:off x="8058233" y="3774493"/>
            <a:ext cx="3327739" cy="243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400" dirty="0"/>
              <a:t>Key </a:t>
            </a:r>
            <a:r>
              <a:rPr lang="es-ES" sz="1400" dirty="0" err="1"/>
              <a:t>concerns</a:t>
            </a:r>
            <a:r>
              <a:rPr lang="es-ES" sz="1400" dirty="0"/>
              <a:t> </a:t>
            </a:r>
            <a:r>
              <a:rPr lang="es-ES" sz="1400" dirty="0" err="1"/>
              <a:t>include</a:t>
            </a:r>
            <a:r>
              <a:rPr lang="es-ES" sz="1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Unauthorized</a:t>
            </a:r>
            <a:r>
              <a:rPr lang="es-ES" sz="1400" dirty="0"/>
              <a:t> </a:t>
            </a:r>
            <a:r>
              <a:rPr lang="es-ES" sz="1400" dirty="0" err="1"/>
              <a:t>access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sensitive </a:t>
            </a:r>
            <a:r>
              <a:rPr lang="es-ES" sz="1400" dirty="0" err="1"/>
              <a:t>systems</a:t>
            </a:r>
            <a:r>
              <a:rPr lang="es-ES" sz="1400" dirty="0"/>
              <a:t> </a:t>
            </a:r>
            <a:r>
              <a:rPr lang="es-ES" sz="1400" dirty="0" err="1"/>
              <a:t>or</a:t>
            </a:r>
            <a:r>
              <a:rPr lang="es-ES" sz="1400" dirty="0"/>
              <a:t>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Excessive</a:t>
            </a:r>
            <a:r>
              <a:rPr lang="es-ES" sz="1400" dirty="0"/>
              <a:t> </a:t>
            </a:r>
            <a:r>
              <a:rPr lang="es-ES" sz="1400" dirty="0" err="1"/>
              <a:t>permissions</a:t>
            </a:r>
            <a:r>
              <a:rPr lang="es-ES" sz="1400" dirty="0"/>
              <a:t> </a:t>
            </a:r>
            <a:r>
              <a:rPr lang="es-ES" sz="1400" dirty="0" err="1"/>
              <a:t>granted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agents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 err="1"/>
              <a:t>Exposure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credentials</a:t>
            </a:r>
            <a:r>
              <a:rPr lang="es-ES" sz="1400" dirty="0"/>
              <a:t>, API </a:t>
            </a:r>
            <a:r>
              <a:rPr lang="es-ES" sz="1400" dirty="0" err="1"/>
              <a:t>keys</a:t>
            </a:r>
            <a:r>
              <a:rPr lang="es-ES" sz="1400" dirty="0"/>
              <a:t>, </a:t>
            </a:r>
            <a:r>
              <a:rPr lang="es-ES" sz="1400" dirty="0" err="1"/>
              <a:t>or</a:t>
            </a:r>
            <a:r>
              <a:rPr lang="es-ES" sz="1400" dirty="0"/>
              <a:t> </a:t>
            </a:r>
            <a:r>
              <a:rPr lang="es-ES" sz="1400" dirty="0" err="1"/>
              <a:t>secrets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Lack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auditability</a:t>
            </a:r>
            <a:r>
              <a:rPr lang="es-ES" sz="1400" dirty="0"/>
              <a:t> </a:t>
            </a:r>
            <a:r>
              <a:rPr lang="es-ES" sz="1400" dirty="0" err="1"/>
              <a:t>for</a:t>
            </a:r>
            <a:r>
              <a:rPr lang="es-ES" sz="1400" dirty="0"/>
              <a:t> </a:t>
            </a:r>
            <a:r>
              <a:rPr lang="es-ES" sz="1400" dirty="0" err="1"/>
              <a:t>agent</a:t>
            </a:r>
            <a:r>
              <a:rPr lang="es-ES" sz="1400" dirty="0"/>
              <a:t> </a:t>
            </a:r>
            <a:r>
              <a:rPr lang="es-ES" sz="1400" dirty="0" err="1"/>
              <a:t>changes</a:t>
            </a:r>
            <a:r>
              <a:rPr lang="es-ES" sz="1400" dirty="0"/>
              <a:t> and </a:t>
            </a:r>
            <a:r>
              <a:rPr lang="es-ES" sz="1400" dirty="0" err="1"/>
              <a:t>decisions</a:t>
            </a:r>
            <a:r>
              <a:rPr lang="es-E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Non-</a:t>
            </a:r>
            <a:r>
              <a:rPr lang="es-ES" sz="1400" dirty="0" err="1"/>
              <a:t>compliance</a:t>
            </a:r>
            <a:r>
              <a:rPr lang="es-ES" sz="1400" dirty="0"/>
              <a:t> </a:t>
            </a:r>
            <a:r>
              <a:rPr lang="es-ES" sz="1400" dirty="0" err="1"/>
              <a:t>with</a:t>
            </a:r>
            <a:r>
              <a:rPr lang="es-ES" sz="1400" dirty="0"/>
              <a:t> </a:t>
            </a:r>
            <a:r>
              <a:rPr lang="es-ES" sz="1400" dirty="0" err="1"/>
              <a:t>regulatory</a:t>
            </a:r>
            <a:r>
              <a:rPr lang="es-ES" sz="1400" dirty="0"/>
              <a:t> </a:t>
            </a:r>
            <a:r>
              <a:rPr lang="es-ES" sz="1400" dirty="0" err="1"/>
              <a:t>frameworks</a:t>
            </a:r>
            <a:r>
              <a:rPr lang="es-ES" sz="1400" dirty="0"/>
              <a:t> (</a:t>
            </a:r>
            <a:r>
              <a:rPr lang="es-ES" sz="1400" dirty="0" err="1"/>
              <a:t>e.g</a:t>
            </a:r>
            <a:r>
              <a:rPr lang="es-ES" sz="1400" dirty="0"/>
              <a:t>., GDPR, </a:t>
            </a:r>
            <a:r>
              <a:rPr lang="es-ES" sz="1400" dirty="0" err="1"/>
              <a:t>internal</a:t>
            </a:r>
            <a:r>
              <a:rPr lang="es-ES" sz="1400" dirty="0"/>
              <a:t> </a:t>
            </a:r>
            <a:r>
              <a:rPr lang="es-ES" sz="1400" dirty="0" err="1"/>
              <a:t>governance</a:t>
            </a:r>
            <a:r>
              <a:rPr lang="es-ES" sz="1400" dirty="0"/>
              <a:t> </a:t>
            </a:r>
            <a:r>
              <a:rPr lang="es-ES" sz="1400" dirty="0" err="1"/>
              <a:t>policies</a:t>
            </a:r>
            <a:r>
              <a:rPr lang="es-ES" sz="1400" dirty="0"/>
              <a:t>)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CFC600CC-FB59-C1C1-84A2-81B227B12F56}"/>
              </a:ext>
            </a:extLst>
          </p:cNvPr>
          <p:cNvGrpSpPr/>
          <p:nvPr/>
        </p:nvGrpSpPr>
        <p:grpSpPr>
          <a:xfrm>
            <a:off x="1506100" y="2162279"/>
            <a:ext cx="1001480" cy="997596"/>
            <a:chOff x="1042985" y="2118401"/>
            <a:chExt cx="1001480" cy="997596"/>
          </a:xfrm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E8F72BC-0C34-3C41-8BA0-8FDEA0491E84}"/>
                </a:ext>
              </a:extLst>
            </p:cNvPr>
            <p:cNvSpPr/>
            <p:nvPr/>
          </p:nvSpPr>
          <p:spPr>
            <a:xfrm>
              <a:off x="1042985" y="2118401"/>
              <a:ext cx="1001480" cy="997596"/>
            </a:xfrm>
            <a:prstGeom prst="ellipse">
              <a:avLst/>
            </a:prstGeom>
            <a:solidFill>
              <a:srgbClr val="EB0000"/>
            </a:solidFill>
            <a:ln w="9525" cap="rnd" cmpd="sng" algn="ctr">
              <a:solidFill>
                <a:srgbClr val="EB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200" dirty="0">
                <a:solidFill>
                  <a:srgbClr val="FFFFFF"/>
                </a:solidFill>
              </a:endParaRP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8B3DD27-5B4D-B29D-9215-C87628579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1002" y="2274476"/>
              <a:ext cx="685447" cy="685447"/>
            </a:xfrm>
            <a:prstGeom prst="rect">
              <a:avLst/>
            </a:prstGeom>
          </p:spPr>
        </p:pic>
      </p:grpSp>
      <p:sp>
        <p:nvSpPr>
          <p:cNvPr id="25" name="Elipse 24">
            <a:extLst>
              <a:ext uri="{FF2B5EF4-FFF2-40B4-BE49-F238E27FC236}">
                <a16:creationId xmlns:a16="http://schemas.microsoft.com/office/drawing/2014/main" id="{12821BDA-0BAE-5997-1363-EE44462C4B15}"/>
              </a:ext>
            </a:extLst>
          </p:cNvPr>
          <p:cNvSpPr/>
          <p:nvPr/>
        </p:nvSpPr>
        <p:spPr>
          <a:xfrm>
            <a:off x="5363731" y="2134766"/>
            <a:ext cx="1001480" cy="997596"/>
          </a:xfrm>
          <a:prstGeom prst="ellipse">
            <a:avLst/>
          </a:prstGeom>
          <a:solidFill>
            <a:srgbClr val="EB0000"/>
          </a:solidFill>
          <a:ln w="9525" cap="rnd" cmpd="sng" algn="ctr">
            <a:solidFill>
              <a:srgbClr val="EB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200" dirty="0">
              <a:solidFill>
                <a:srgbClr val="FFFFFF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BD37D6-8612-FE61-94FD-89483C3EF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382" y="2288294"/>
            <a:ext cx="690179" cy="690179"/>
          </a:xfrm>
          <a:prstGeom prst="rect">
            <a:avLst/>
          </a:prstGeom>
        </p:spPr>
      </p:pic>
      <p:sp>
        <p:nvSpPr>
          <p:cNvPr id="29" name="Elipse 28">
            <a:extLst>
              <a:ext uri="{FF2B5EF4-FFF2-40B4-BE49-F238E27FC236}">
                <a16:creationId xmlns:a16="http://schemas.microsoft.com/office/drawing/2014/main" id="{73843584-5219-060F-83CE-6C16C5649D37}"/>
              </a:ext>
            </a:extLst>
          </p:cNvPr>
          <p:cNvSpPr/>
          <p:nvPr/>
        </p:nvSpPr>
        <p:spPr>
          <a:xfrm>
            <a:off x="9221362" y="2162279"/>
            <a:ext cx="1001480" cy="997596"/>
          </a:xfrm>
          <a:prstGeom prst="ellipse">
            <a:avLst/>
          </a:prstGeom>
          <a:solidFill>
            <a:srgbClr val="EB0000"/>
          </a:solidFill>
          <a:ln w="9525" cap="rnd" cmpd="sng" algn="ctr">
            <a:solidFill>
              <a:srgbClr val="EB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200" dirty="0">
              <a:solidFill>
                <a:srgbClr val="FFFFFF"/>
              </a:solidFill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7512164-13D0-8F06-EE9B-93ED968AD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7047" y="2297520"/>
            <a:ext cx="790110" cy="7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5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F454-746A-2D76-4DC3-E0A2E2960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9EA3B-F3AE-5097-65C8-F2650451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93" y="365126"/>
            <a:ext cx="11253576" cy="491522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accent3"/>
                </a:solidFill>
              </a:rPr>
              <a:t>CI/CD for Enterprise Low-Code AI Agents </a:t>
            </a:r>
            <a:r>
              <a:rPr lang="en-US" sz="2000" noProof="0" dirty="0">
                <a:solidFill>
                  <a:schemeClr val="accent3"/>
                </a:solidFill>
                <a:latin typeface="+mj-lt"/>
              </a:rPr>
              <a:t>|</a:t>
            </a:r>
            <a:r>
              <a:rPr lang="es-ES" sz="2000" dirty="0"/>
              <a:t>Why Maisa Needs CI/CD. The </a:t>
            </a:r>
            <a:r>
              <a:rPr lang="es-ES" sz="2000" dirty="0" err="1"/>
              <a:t>faster</a:t>
            </a:r>
            <a:r>
              <a:rPr lang="es-ES" sz="2000" dirty="0"/>
              <a:t> </a:t>
            </a:r>
            <a:r>
              <a:rPr lang="es-ES" sz="2000" dirty="0" err="1"/>
              <a:t>we</a:t>
            </a:r>
            <a:r>
              <a:rPr lang="es-ES" sz="2000" dirty="0"/>
              <a:t> </a:t>
            </a:r>
            <a:r>
              <a:rPr lang="es-ES" sz="2000" dirty="0" err="1"/>
              <a:t>create</a:t>
            </a:r>
            <a:r>
              <a:rPr lang="es-ES" sz="2000" dirty="0"/>
              <a:t> </a:t>
            </a:r>
            <a:r>
              <a:rPr lang="es-ES" sz="2000" dirty="0" err="1"/>
              <a:t>agents</a:t>
            </a:r>
            <a:r>
              <a:rPr lang="es-ES" sz="2000" dirty="0"/>
              <a:t>, </a:t>
            </a:r>
            <a:r>
              <a:rPr lang="es-ES" sz="2000" dirty="0" err="1"/>
              <a:t>the</a:t>
            </a:r>
            <a:r>
              <a:rPr lang="es-ES" sz="2000" dirty="0"/>
              <a:t> more </a:t>
            </a:r>
            <a:r>
              <a:rPr lang="es-ES" sz="2000" dirty="0" err="1"/>
              <a:t>important</a:t>
            </a:r>
            <a:r>
              <a:rPr lang="es-ES" sz="2000" dirty="0"/>
              <a:t> </a:t>
            </a:r>
            <a:r>
              <a:rPr lang="es-ES" sz="2000" dirty="0" err="1"/>
              <a:t>deployment</a:t>
            </a:r>
            <a:r>
              <a:rPr lang="es-ES" sz="2000" dirty="0"/>
              <a:t> </a:t>
            </a:r>
            <a:r>
              <a:rPr lang="es-ES" sz="2000" dirty="0" err="1"/>
              <a:t>governance</a:t>
            </a:r>
            <a:r>
              <a:rPr lang="es-ES" sz="2000" dirty="0"/>
              <a:t> </a:t>
            </a:r>
            <a:r>
              <a:rPr lang="es-ES" sz="2000" dirty="0" err="1"/>
              <a:t>becomes</a:t>
            </a:r>
            <a:r>
              <a:rPr lang="es-ES" sz="2000" dirty="0"/>
              <a:t>.</a:t>
            </a:r>
            <a:br>
              <a:rPr lang="es-ES" sz="2000" dirty="0"/>
            </a:br>
            <a:endParaRPr lang="en-US" sz="2000" noProof="0" dirty="0">
              <a:latin typeface="+mj-lt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B21B0E8-99A6-EDDE-EB55-D9CFE0DE06F6}"/>
              </a:ext>
            </a:extLst>
          </p:cNvPr>
          <p:cNvSpPr txBox="1">
            <a:spLocks/>
          </p:cNvSpPr>
          <p:nvPr/>
        </p:nvSpPr>
        <p:spPr>
          <a:xfrm>
            <a:off x="134754" y="17538"/>
            <a:ext cx="10741347" cy="3496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5400" kern="1200" baseline="0" smtClean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2400" kern="1200" baseline="0" dirty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600" noProof="0">
                <a:solidFill>
                  <a:srgbClr val="EB0000"/>
                </a:solidFill>
              </a:rPr>
              <a:t>Taxonomy</a:t>
            </a:r>
            <a:endParaRPr lang="en-US" sz="1100" noProof="0"/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8EB55965-3B22-79C9-2F86-0A627A925EF1}"/>
              </a:ext>
            </a:extLst>
          </p:cNvPr>
          <p:cNvSpPr txBox="1"/>
          <p:nvPr/>
        </p:nvSpPr>
        <p:spPr>
          <a:xfrm>
            <a:off x="8363415" y="-80288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017DB567-328C-CA2F-5A9B-DCBDA282F634}"/>
              </a:ext>
            </a:extLst>
          </p:cNvPr>
          <p:cNvSpPr txBox="1"/>
          <p:nvPr/>
        </p:nvSpPr>
        <p:spPr>
          <a:xfrm>
            <a:off x="8218449" y="-847493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9AF16B1F-1C56-DAA1-6836-BC2CCC436C2E}"/>
              </a:ext>
            </a:extLst>
          </p:cNvPr>
          <p:cNvSpPr/>
          <p:nvPr/>
        </p:nvSpPr>
        <p:spPr>
          <a:xfrm>
            <a:off x="363993" y="1204236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B550A1EF-A8EA-4B88-2F08-EB86060E26BF}"/>
              </a:ext>
            </a:extLst>
          </p:cNvPr>
          <p:cNvSpPr/>
          <p:nvPr/>
        </p:nvSpPr>
        <p:spPr>
          <a:xfrm>
            <a:off x="363993" y="1204236"/>
            <a:ext cx="91440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532EF545-ED9F-D62C-FEB8-82D3631D9829}"/>
              </a:ext>
            </a:extLst>
          </p:cNvPr>
          <p:cNvSpPr/>
          <p:nvPr/>
        </p:nvSpPr>
        <p:spPr>
          <a:xfrm>
            <a:off x="638313" y="14328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56AA91A-DD19-9DCE-A75D-4F82F132BC50}"/>
              </a:ext>
            </a:extLst>
          </p:cNvPr>
          <p:cNvSpPr/>
          <p:nvPr/>
        </p:nvSpPr>
        <p:spPr>
          <a:xfrm>
            <a:off x="638313" y="14328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noProof="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C0E08B6-C98A-6318-5B1F-DCCD8B9655C8}"/>
              </a:ext>
            </a:extLst>
          </p:cNvPr>
          <p:cNvSpPr/>
          <p:nvPr/>
        </p:nvSpPr>
        <p:spPr>
          <a:xfrm>
            <a:off x="1278393" y="14602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600" b="1" dirty="0" err="1">
                <a:solidFill>
                  <a:srgbClr val="37373A"/>
                </a:solidFill>
                <a:latin typeface="Calibri" pitchFamily="34" charset="0"/>
                <a:cs typeface="Calibri" pitchFamily="34" charset="-120"/>
              </a:rPr>
              <a:t>Reliability</a:t>
            </a:r>
            <a:endParaRPr lang="en-US" sz="1600" b="1" dirty="0">
              <a:solidFill>
                <a:srgbClr val="37373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3CB2C04-588F-3D76-CC89-9E20AF244875}"/>
              </a:ext>
            </a:extLst>
          </p:cNvPr>
          <p:cNvSpPr/>
          <p:nvPr/>
        </p:nvSpPr>
        <p:spPr>
          <a:xfrm>
            <a:off x="638313" y="20729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 err="1"/>
              <a:t>Consistent</a:t>
            </a:r>
            <a:r>
              <a:rPr lang="es-ES" sz="1100" dirty="0"/>
              <a:t> </a:t>
            </a:r>
            <a:r>
              <a:rPr lang="es-ES" sz="1100" dirty="0" err="1"/>
              <a:t>behavior</a:t>
            </a:r>
            <a:r>
              <a:rPr lang="es-ES" sz="1100" dirty="0"/>
              <a:t> </a:t>
            </a:r>
            <a:r>
              <a:rPr lang="es-ES" sz="1100" dirty="0" err="1"/>
              <a:t>across</a:t>
            </a:r>
            <a:r>
              <a:rPr lang="es-ES" sz="1100" dirty="0"/>
              <a:t> </a:t>
            </a:r>
            <a:r>
              <a:rPr lang="es-ES" sz="1100" dirty="0" err="1"/>
              <a:t>environments</a:t>
            </a:r>
            <a:endParaRPr lang="en-US" sz="1100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CB2B1D9-FD88-C5E6-1E40-6E510505F40C}"/>
              </a:ext>
            </a:extLst>
          </p:cNvPr>
          <p:cNvSpPr/>
          <p:nvPr/>
        </p:nvSpPr>
        <p:spPr>
          <a:xfrm>
            <a:off x="638313" y="27587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-&gt; PRE -&gt; PRO</a:t>
            </a:r>
            <a:endParaRPr lang="en-US" sz="1000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165FB9-3F6A-2274-C773-39255D2C6D13}"/>
              </a:ext>
            </a:extLst>
          </p:cNvPr>
          <p:cNvSpPr/>
          <p:nvPr/>
        </p:nvSpPr>
        <p:spPr>
          <a:xfrm>
            <a:off x="4250193" y="1204236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19D5F0F-A8F5-FA84-FD85-C6CDDA02DAE8}"/>
              </a:ext>
            </a:extLst>
          </p:cNvPr>
          <p:cNvSpPr/>
          <p:nvPr/>
        </p:nvSpPr>
        <p:spPr>
          <a:xfrm>
            <a:off x="4250193" y="1204236"/>
            <a:ext cx="91440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1259549-F4CC-EAD9-9D13-3C9CB67D2860}"/>
              </a:ext>
            </a:extLst>
          </p:cNvPr>
          <p:cNvSpPr/>
          <p:nvPr/>
        </p:nvSpPr>
        <p:spPr>
          <a:xfrm>
            <a:off x="4524513" y="14328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0FC3E35-7C4B-E5D4-D1BB-7A8B94C8858A}"/>
              </a:ext>
            </a:extLst>
          </p:cNvPr>
          <p:cNvSpPr/>
          <p:nvPr/>
        </p:nvSpPr>
        <p:spPr>
          <a:xfrm>
            <a:off x="4524513" y="14328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1E09A44-5DDC-DBAB-664E-A5B20CC394F9}"/>
              </a:ext>
            </a:extLst>
          </p:cNvPr>
          <p:cNvSpPr/>
          <p:nvPr/>
        </p:nvSpPr>
        <p:spPr>
          <a:xfrm>
            <a:off x="5164593" y="14602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373A"/>
                </a:solidFill>
                <a:latin typeface="Calibri" pitchFamily="34" charset="0"/>
                <a:cs typeface="Calibri" pitchFamily="34" charset="-120"/>
              </a:rPr>
              <a:t>Governance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F8918ED-CDCA-7906-650C-3059C3E8A4EA}"/>
              </a:ext>
            </a:extLst>
          </p:cNvPr>
          <p:cNvSpPr/>
          <p:nvPr/>
        </p:nvSpPr>
        <p:spPr>
          <a:xfrm>
            <a:off x="4524513" y="20729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/>
              <a:t>Full </a:t>
            </a:r>
            <a:r>
              <a:rPr lang="es-ES" sz="1100" dirty="0" err="1"/>
              <a:t>change</a:t>
            </a:r>
            <a:r>
              <a:rPr lang="es-ES" sz="1100" dirty="0"/>
              <a:t> </a:t>
            </a:r>
            <a:r>
              <a:rPr lang="es-ES" sz="1100" dirty="0" err="1"/>
              <a:t>traceability</a:t>
            </a:r>
            <a:endParaRPr lang="es-ES" sz="11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8E5A5BB-2E78-844C-CE0A-68B4D1FC1600}"/>
              </a:ext>
            </a:extLst>
          </p:cNvPr>
          <p:cNvSpPr/>
          <p:nvPr/>
        </p:nvSpPr>
        <p:spPr>
          <a:xfrm>
            <a:off x="4524513" y="27587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 err="1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Everytime</a:t>
            </a:r>
            <a:r>
              <a:rPr lang="en-US" sz="1000" i="1" noProof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agent goes to PRO, </a:t>
            </a: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goes to Governance</a:t>
            </a:r>
            <a:endParaRPr lang="en-US" sz="1000" noProof="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DEE0F88-4C1E-3A74-9574-E3CA2FFDD91B}"/>
              </a:ext>
            </a:extLst>
          </p:cNvPr>
          <p:cNvSpPr/>
          <p:nvPr/>
        </p:nvSpPr>
        <p:spPr>
          <a:xfrm>
            <a:off x="8136393" y="1204236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2C68AAE-AD90-F9E6-C710-9D7B7D3C6996}"/>
              </a:ext>
            </a:extLst>
          </p:cNvPr>
          <p:cNvSpPr/>
          <p:nvPr/>
        </p:nvSpPr>
        <p:spPr>
          <a:xfrm>
            <a:off x="8136393" y="1204236"/>
            <a:ext cx="91440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043B178-D377-EAD7-778F-1111D9F07ABC}"/>
              </a:ext>
            </a:extLst>
          </p:cNvPr>
          <p:cNvSpPr/>
          <p:nvPr/>
        </p:nvSpPr>
        <p:spPr>
          <a:xfrm>
            <a:off x="8410713" y="14328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7D76ED8-C81C-6F4C-96DA-685725B519BA}"/>
              </a:ext>
            </a:extLst>
          </p:cNvPr>
          <p:cNvSpPr/>
          <p:nvPr/>
        </p:nvSpPr>
        <p:spPr>
          <a:xfrm>
            <a:off x="8410713" y="14328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noProof="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E0825D9-3D30-BF62-FAD3-5CAFF2BFD9D1}"/>
              </a:ext>
            </a:extLst>
          </p:cNvPr>
          <p:cNvSpPr/>
          <p:nvPr/>
        </p:nvSpPr>
        <p:spPr>
          <a:xfrm>
            <a:off x="9050793" y="14602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noProof="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DB7DE35-AF55-42A8-F6E8-B7D6596ADBEE}"/>
              </a:ext>
            </a:extLst>
          </p:cNvPr>
          <p:cNvSpPr/>
          <p:nvPr/>
        </p:nvSpPr>
        <p:spPr>
          <a:xfrm>
            <a:off x="8410713" y="20729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 err="1"/>
              <a:t>Controlled</a:t>
            </a:r>
            <a:r>
              <a:rPr lang="es-ES" sz="1100" dirty="0"/>
              <a:t> </a:t>
            </a:r>
            <a:r>
              <a:rPr lang="es-ES" sz="1100" dirty="0" err="1"/>
              <a:t>access</a:t>
            </a:r>
            <a:r>
              <a:rPr lang="es-ES" sz="1100" dirty="0"/>
              <a:t> </a:t>
            </a:r>
            <a:r>
              <a:rPr lang="es-ES" sz="1100" dirty="0" err="1"/>
              <a:t>to</a:t>
            </a:r>
            <a:r>
              <a:rPr lang="es-ES" sz="1100" dirty="0"/>
              <a:t> </a:t>
            </a:r>
            <a:r>
              <a:rPr lang="es-ES" sz="1100" dirty="0" err="1"/>
              <a:t>integrations</a:t>
            </a:r>
            <a:r>
              <a:rPr lang="es-ES" sz="1100" dirty="0"/>
              <a:t> and </a:t>
            </a:r>
            <a:r>
              <a:rPr lang="es-ES" sz="1100" dirty="0" err="1"/>
              <a:t>secrets</a:t>
            </a:r>
            <a:endParaRPr lang="es-E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DE6D71D-7030-E70F-5895-2B906CAF6CB3}"/>
              </a:ext>
            </a:extLst>
          </p:cNvPr>
          <p:cNvSpPr/>
          <p:nvPr/>
        </p:nvSpPr>
        <p:spPr>
          <a:xfrm>
            <a:off x="8410713" y="275871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cs typeface="Calibri" pitchFamily="34" charset="-120"/>
              </a:rPr>
              <a:t>Invoke an agent in DEV from an agent in PRO could happen. Reducing manual deployments reduces human errors.</a:t>
            </a:r>
            <a:endParaRPr lang="en-US" sz="1000" noProof="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FC1F2BB0-8B9E-F8BC-EEAA-349D005741E1}"/>
              </a:ext>
            </a:extLst>
          </p:cNvPr>
          <p:cNvSpPr/>
          <p:nvPr/>
        </p:nvSpPr>
        <p:spPr>
          <a:xfrm>
            <a:off x="363993" y="3673116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E0DE84DA-1A2B-D4D5-8A03-FFDB163250CF}"/>
              </a:ext>
            </a:extLst>
          </p:cNvPr>
          <p:cNvSpPr/>
          <p:nvPr/>
        </p:nvSpPr>
        <p:spPr>
          <a:xfrm>
            <a:off x="363993" y="3673116"/>
            <a:ext cx="91440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noProof="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4306399C-C9E0-4DCE-46BC-ADB0F8BB10DA}"/>
              </a:ext>
            </a:extLst>
          </p:cNvPr>
          <p:cNvSpPr/>
          <p:nvPr/>
        </p:nvSpPr>
        <p:spPr>
          <a:xfrm>
            <a:off x="638313" y="390171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noProof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E179239-A03F-5B62-C768-0D0E968EA034}"/>
              </a:ext>
            </a:extLst>
          </p:cNvPr>
          <p:cNvSpPr/>
          <p:nvPr/>
        </p:nvSpPr>
        <p:spPr>
          <a:xfrm>
            <a:off x="638313" y="39017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noProof="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C1C8D269-1C2D-9A49-3CAB-663837206C59}"/>
              </a:ext>
            </a:extLst>
          </p:cNvPr>
          <p:cNvSpPr/>
          <p:nvPr/>
        </p:nvSpPr>
        <p:spPr>
          <a:xfrm>
            <a:off x="1278393" y="39291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noProof="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6A9A90A1-4C92-32B6-A5DD-0ACA2DC1F768}"/>
              </a:ext>
            </a:extLst>
          </p:cNvPr>
          <p:cNvSpPr/>
          <p:nvPr/>
        </p:nvSpPr>
        <p:spPr>
          <a:xfrm>
            <a:off x="638313" y="45417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 err="1"/>
              <a:t>Automated</a:t>
            </a:r>
            <a:r>
              <a:rPr lang="es-ES" sz="1100" dirty="0"/>
              <a:t> </a:t>
            </a:r>
            <a:r>
              <a:rPr lang="es-ES" sz="1100" dirty="0" err="1"/>
              <a:t>validation</a:t>
            </a:r>
            <a:r>
              <a:rPr lang="es-ES" sz="1100" dirty="0"/>
              <a:t> </a:t>
            </a:r>
            <a:r>
              <a:rPr lang="es-ES" sz="1100" dirty="0" err="1"/>
              <a:t>before</a:t>
            </a:r>
            <a:r>
              <a:rPr lang="es-ES" sz="1100" dirty="0"/>
              <a:t> </a:t>
            </a:r>
            <a:r>
              <a:rPr lang="es-ES" sz="1100" dirty="0" err="1"/>
              <a:t>production</a:t>
            </a:r>
            <a:endParaRPr lang="es-ES" sz="11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61C717CE-49B3-84A3-841F-4476ACD5A4B9}"/>
              </a:ext>
            </a:extLst>
          </p:cNvPr>
          <p:cNvSpPr/>
          <p:nvPr/>
        </p:nvSpPr>
        <p:spPr>
          <a:xfrm>
            <a:off x="638313" y="52275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PRO without tests</a:t>
            </a:r>
            <a:endParaRPr lang="en-US" sz="1000" noProof="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91CFA239-A52C-5D89-B242-154BE8F4BECA}"/>
              </a:ext>
            </a:extLst>
          </p:cNvPr>
          <p:cNvSpPr/>
          <p:nvPr/>
        </p:nvSpPr>
        <p:spPr>
          <a:xfrm>
            <a:off x="4250193" y="3673116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5793C19-CDC2-64CD-B63C-3E1A256F8759}"/>
              </a:ext>
            </a:extLst>
          </p:cNvPr>
          <p:cNvSpPr/>
          <p:nvPr/>
        </p:nvSpPr>
        <p:spPr>
          <a:xfrm>
            <a:off x="4250193" y="3673116"/>
            <a:ext cx="91440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noProof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296A7E8A-729D-3D6D-3C00-AEDC82C0926C}"/>
              </a:ext>
            </a:extLst>
          </p:cNvPr>
          <p:cNvSpPr/>
          <p:nvPr/>
        </p:nvSpPr>
        <p:spPr>
          <a:xfrm>
            <a:off x="4524513" y="390171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noProof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14EE86DB-4C93-5477-017F-8325C7262FE9}"/>
              </a:ext>
            </a:extLst>
          </p:cNvPr>
          <p:cNvSpPr/>
          <p:nvPr/>
        </p:nvSpPr>
        <p:spPr>
          <a:xfrm>
            <a:off x="4524513" y="39017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noProof="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C87FA97-E626-0A72-19C3-BA354AD2C091}"/>
              </a:ext>
            </a:extLst>
          </p:cNvPr>
          <p:cNvSpPr/>
          <p:nvPr/>
        </p:nvSpPr>
        <p:spPr>
          <a:xfrm>
            <a:off x="5164593" y="39291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noProof="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C84A21D-82F0-B50F-43ED-D299B922DA40}"/>
              </a:ext>
            </a:extLst>
          </p:cNvPr>
          <p:cNvSpPr/>
          <p:nvPr/>
        </p:nvSpPr>
        <p:spPr>
          <a:xfrm>
            <a:off x="4524513" y="45417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100" dirty="0" err="1"/>
              <a:t>Managing</a:t>
            </a:r>
            <a:r>
              <a:rPr lang="es-ES" sz="1100" dirty="0"/>
              <a:t> </a:t>
            </a:r>
            <a:r>
              <a:rPr lang="es-ES" sz="1100" dirty="0" err="1"/>
              <a:t>dozens</a:t>
            </a:r>
            <a:r>
              <a:rPr lang="es-ES" sz="1100" dirty="0"/>
              <a:t> </a:t>
            </a:r>
            <a:r>
              <a:rPr lang="es-ES" sz="1100" dirty="0" err="1"/>
              <a:t>or</a:t>
            </a:r>
            <a:r>
              <a:rPr lang="es-ES" sz="1100" dirty="0"/>
              <a:t> </a:t>
            </a:r>
            <a:r>
              <a:rPr lang="es-ES" sz="1100" dirty="0" err="1"/>
              <a:t>hundreds</a:t>
            </a:r>
            <a:r>
              <a:rPr lang="es-ES" sz="1100" dirty="0"/>
              <a:t> </a:t>
            </a:r>
            <a:r>
              <a:rPr lang="es-ES" sz="1100" dirty="0" err="1"/>
              <a:t>of</a:t>
            </a:r>
            <a:r>
              <a:rPr lang="es-ES" sz="1100" dirty="0"/>
              <a:t> </a:t>
            </a:r>
            <a:r>
              <a:rPr lang="es-ES" sz="1100" dirty="0" err="1"/>
              <a:t>agents</a:t>
            </a:r>
            <a:r>
              <a:rPr lang="es-ES" sz="1100" dirty="0"/>
              <a:t> </a:t>
            </a:r>
            <a:r>
              <a:rPr lang="es-ES" sz="1100" dirty="0" err="1"/>
              <a:t>consistently</a:t>
            </a:r>
            <a:endParaRPr lang="es-ES" sz="11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CAF2272-D082-E9DC-190E-A6DF8A9532D8}"/>
              </a:ext>
            </a:extLst>
          </p:cNvPr>
          <p:cNvSpPr/>
          <p:nvPr/>
        </p:nvSpPr>
        <p:spPr>
          <a:xfrm>
            <a:off x="4524513" y="52275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noProof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one agent is easy…one hundred maybe not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407949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5300C-235C-CC0F-6389-E6D485479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50348-3A2B-CCE0-966E-ABBF8EFB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93" y="365126"/>
            <a:ext cx="11253576" cy="491522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accent3"/>
                </a:solidFill>
              </a:rPr>
              <a:t>CI/CD for Enterprise Low-Code AI Agents |</a:t>
            </a:r>
            <a:r>
              <a:rPr lang="es-ES" sz="2000" dirty="0"/>
              <a:t>Why Maisa Needs CI/CD. The </a:t>
            </a:r>
            <a:r>
              <a:rPr lang="es-ES" sz="2000" dirty="0" err="1"/>
              <a:t>faster</a:t>
            </a:r>
            <a:r>
              <a:rPr lang="es-ES" sz="2000" dirty="0"/>
              <a:t> </a:t>
            </a:r>
            <a:r>
              <a:rPr lang="es-ES" sz="2000" dirty="0" err="1"/>
              <a:t>we</a:t>
            </a:r>
            <a:r>
              <a:rPr lang="es-ES" sz="2000" dirty="0"/>
              <a:t> </a:t>
            </a:r>
            <a:r>
              <a:rPr lang="es-ES" sz="2000" dirty="0" err="1"/>
              <a:t>create</a:t>
            </a:r>
            <a:r>
              <a:rPr lang="es-ES" sz="2000" dirty="0"/>
              <a:t> </a:t>
            </a:r>
            <a:r>
              <a:rPr lang="es-ES" sz="2000" dirty="0" err="1"/>
              <a:t>agents</a:t>
            </a:r>
            <a:r>
              <a:rPr lang="es-ES" sz="2000" dirty="0"/>
              <a:t>, </a:t>
            </a:r>
            <a:r>
              <a:rPr lang="es-ES" sz="2000" dirty="0" err="1"/>
              <a:t>the</a:t>
            </a:r>
            <a:r>
              <a:rPr lang="es-ES" sz="2000" dirty="0"/>
              <a:t> more </a:t>
            </a:r>
            <a:r>
              <a:rPr lang="es-ES" sz="2000" dirty="0" err="1"/>
              <a:t>important</a:t>
            </a:r>
            <a:r>
              <a:rPr lang="es-ES" sz="2000" dirty="0"/>
              <a:t> </a:t>
            </a:r>
            <a:r>
              <a:rPr lang="es-ES" sz="2000" dirty="0" err="1"/>
              <a:t>deployment</a:t>
            </a:r>
            <a:r>
              <a:rPr lang="es-ES" sz="2000" dirty="0"/>
              <a:t> </a:t>
            </a:r>
            <a:r>
              <a:rPr lang="es-ES" sz="2000" dirty="0" err="1"/>
              <a:t>governance</a:t>
            </a:r>
            <a:r>
              <a:rPr lang="es-ES" sz="2000" dirty="0"/>
              <a:t> </a:t>
            </a:r>
            <a:r>
              <a:rPr lang="es-ES" sz="2000" dirty="0" err="1"/>
              <a:t>becomes</a:t>
            </a:r>
            <a:r>
              <a:rPr lang="es-ES" sz="2000" dirty="0"/>
              <a:t>.</a:t>
            </a:r>
            <a:br>
              <a:rPr lang="es-ES" sz="2000" dirty="0"/>
            </a:br>
            <a:endParaRPr lang="en-US" sz="2000" noProof="0" dirty="0">
              <a:latin typeface="+mj-lt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156E2D-DFB9-749A-8151-F48F45EB5FB4}"/>
              </a:ext>
            </a:extLst>
          </p:cNvPr>
          <p:cNvSpPr/>
          <p:nvPr/>
        </p:nvSpPr>
        <p:spPr>
          <a:xfrm>
            <a:off x="5171970" y="75105"/>
            <a:ext cx="1008000" cy="211626"/>
          </a:xfrm>
          <a:prstGeom prst="rect">
            <a:avLst/>
          </a:prstGeom>
          <a:solidFill>
            <a:schemeClr val="dk2"/>
          </a:solidFill>
          <a:ln w="9525" cap="flat" cmpd="sng">
            <a:noFill/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en-US" sz="1200" b="1" noProof="0">
                <a:solidFill>
                  <a:schemeClr val="bg1"/>
                </a:solidFill>
              </a:rPr>
              <a:t>DRAFT</a:t>
            </a:r>
            <a:endParaRPr lang="en-US" sz="1200" b="1" noProof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B2DDF8-7E45-CBB7-6C93-F2410D647F01}"/>
              </a:ext>
            </a:extLst>
          </p:cNvPr>
          <p:cNvSpPr txBox="1">
            <a:spLocks/>
          </p:cNvSpPr>
          <p:nvPr/>
        </p:nvSpPr>
        <p:spPr>
          <a:xfrm>
            <a:off x="134754" y="17538"/>
            <a:ext cx="10741347" cy="3496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5400" kern="1200" baseline="0" smtClean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2400" kern="1200" baseline="0" dirty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600" noProof="0">
                <a:solidFill>
                  <a:srgbClr val="EB0000"/>
                </a:solidFill>
              </a:rPr>
              <a:t>Taxonomy</a:t>
            </a:r>
            <a:endParaRPr lang="en-US" sz="1100" noProof="0"/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331DC8D7-B7DF-D8BB-7D8A-40D3881ACFE1}"/>
              </a:ext>
            </a:extLst>
          </p:cNvPr>
          <p:cNvSpPr txBox="1"/>
          <p:nvPr/>
        </p:nvSpPr>
        <p:spPr>
          <a:xfrm>
            <a:off x="8363415" y="-80288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AC9ECFFA-E84D-EABD-DF7C-95FBCA2C8BE2}"/>
              </a:ext>
            </a:extLst>
          </p:cNvPr>
          <p:cNvSpPr txBox="1"/>
          <p:nvPr/>
        </p:nvSpPr>
        <p:spPr>
          <a:xfrm>
            <a:off x="8218449" y="-847493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1EF5F01-13FE-0372-3B3E-48E8E3982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21512"/>
              </p:ext>
            </p:extLst>
          </p:nvPr>
        </p:nvGraphicFramePr>
        <p:xfrm>
          <a:off x="363993" y="856648"/>
          <a:ext cx="9933371" cy="559317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51267">
                  <a:extLst>
                    <a:ext uri="{9D8B030D-6E8A-4147-A177-3AD203B41FA5}">
                      <a16:colId xmlns:a16="http://schemas.microsoft.com/office/drawing/2014/main" val="4156659109"/>
                    </a:ext>
                  </a:extLst>
                </a:gridCol>
                <a:gridCol w="2927368">
                  <a:extLst>
                    <a:ext uri="{9D8B030D-6E8A-4147-A177-3AD203B41FA5}">
                      <a16:colId xmlns:a16="http://schemas.microsoft.com/office/drawing/2014/main" val="3212656291"/>
                    </a:ext>
                  </a:extLst>
                </a:gridCol>
                <a:gridCol w="2927368">
                  <a:extLst>
                    <a:ext uri="{9D8B030D-6E8A-4147-A177-3AD203B41FA5}">
                      <a16:colId xmlns:a16="http://schemas.microsoft.com/office/drawing/2014/main" val="4115904131"/>
                    </a:ext>
                  </a:extLst>
                </a:gridCol>
                <a:gridCol w="2927368">
                  <a:extLst>
                    <a:ext uri="{9D8B030D-6E8A-4147-A177-3AD203B41FA5}">
                      <a16:colId xmlns:a16="http://schemas.microsoft.com/office/drawing/2014/main" val="187810216"/>
                    </a:ext>
                  </a:extLst>
                </a:gridCol>
              </a:tblGrid>
              <a:tr h="2545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Challenge / Risk</a:t>
                      </a:r>
                      <a:endParaRPr lang="en-US" sz="12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99150"/>
                  </a:ext>
                </a:extLst>
              </a:tr>
              <a:tr h="240374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noProof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Business Impact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CI/CD Response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Expected Outcome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90411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Manual &amp; Inconsistent Deployments</a:t>
                      </a:r>
                      <a:endParaRPr lang="en-US" sz="1100" noProof="0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Configuration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drift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across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environments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human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errors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difficult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rollbacks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Version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control +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automated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deployment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pipelines (DEV → PRE → PRO)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Consistent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and reproducible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deployments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2910372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cap="none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Limited Testing Before Production</a:t>
                      </a:r>
                      <a:endParaRPr lang="en-US" sz="1100" b="0" i="0" u="none" strike="noStrike" kern="1200" cap="none" noProof="0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Unexpected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behaviors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hallucinations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broken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integrations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performance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degradation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Automated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validation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&amp;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evaluation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testing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before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release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Higher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reliability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and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production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confidence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9945166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cap="none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Security &amp; Compliance Concerns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Unauthorized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access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secret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exposure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compliance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risks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Approval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gates, RBAC,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secrets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management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,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auditability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Secure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and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compliant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deployments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8522460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Reliability</a:t>
                      </a:r>
                      <a:endParaRPr lang="en-US" sz="1100" noProof="0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Different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behavior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between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environments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Controlled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environment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promotion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Consistent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agent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behavior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1367000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cap="none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  <a:sym typeface="Lato"/>
                        </a:rPr>
                        <a:t>Governance</a:t>
                      </a:r>
                      <a:endParaRPr lang="en-US" sz="1100" b="0" i="0" u="none" strike="noStrike" kern="1200" cap="none" noProof="0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Lack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of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traceability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Git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versioning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+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approval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workflows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Full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change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visibility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3375382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cap="none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Quality Assurance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Production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incidents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due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to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insufficient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testing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CI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quality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gates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Reduced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production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failures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3971490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cap="none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Scalability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Hard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to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manage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multiple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agents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consistently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Standardized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delivery</a:t>
                      </a:r>
                      <a:r>
                        <a:rPr lang="es-ES" sz="9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model</a:t>
                      </a:r>
                      <a:endParaRPr lang="en-US" sz="900" b="1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Scalable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agent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operations</a:t>
                      </a:r>
                      <a:endParaRPr lang="en-US" sz="900" b="0" kern="1200" noProof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244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57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E0A8-B1E2-6847-7F7F-421E869B5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EB0CE-DF7B-8D7A-96FF-3BD5039A0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93" y="365126"/>
            <a:ext cx="11253576" cy="49152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chemeClr val="accent3"/>
                </a:solidFill>
              </a:rPr>
              <a:t>CI/CD for Enterprise Low-Code AI Agents </a:t>
            </a:r>
            <a:r>
              <a:rPr lang="en-US" noProof="0" dirty="0">
                <a:solidFill>
                  <a:schemeClr val="accent3"/>
                </a:solidFill>
                <a:latin typeface="+mj-lt"/>
              </a:rPr>
              <a:t>|</a:t>
            </a:r>
            <a:r>
              <a:rPr lang="es-ES" dirty="0" err="1"/>
              <a:t>Proposed</a:t>
            </a:r>
            <a:r>
              <a:rPr lang="es-ES" dirty="0"/>
              <a:t> CI/CD </a:t>
            </a:r>
            <a:r>
              <a:rPr lang="es-ES" dirty="0" err="1"/>
              <a:t>Architecture</a:t>
            </a:r>
            <a:endParaRPr lang="en-US" noProof="0" dirty="0">
              <a:latin typeface="+mj-lt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0ECA245-0577-D929-CFF6-6E708DF7A5FA}"/>
              </a:ext>
            </a:extLst>
          </p:cNvPr>
          <p:cNvSpPr txBox="1">
            <a:spLocks/>
          </p:cNvSpPr>
          <p:nvPr/>
        </p:nvSpPr>
        <p:spPr>
          <a:xfrm>
            <a:off x="134754" y="17538"/>
            <a:ext cx="10741347" cy="3496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5400" kern="1200" baseline="0" smtClean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2400" kern="1200" baseline="0" dirty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600" noProof="0">
                <a:solidFill>
                  <a:srgbClr val="EB0000"/>
                </a:solidFill>
              </a:rPr>
              <a:t>Taxonomy</a:t>
            </a:r>
            <a:endParaRPr lang="en-US" sz="1100" noProof="0"/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03C2982F-036E-60FC-01C2-A239D9AE40C0}"/>
              </a:ext>
            </a:extLst>
          </p:cNvPr>
          <p:cNvSpPr txBox="1"/>
          <p:nvPr/>
        </p:nvSpPr>
        <p:spPr>
          <a:xfrm>
            <a:off x="8363415" y="-80288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0352C91C-1037-2D25-E0A2-B85E5803281A}"/>
              </a:ext>
            </a:extLst>
          </p:cNvPr>
          <p:cNvSpPr txBox="1"/>
          <p:nvPr/>
        </p:nvSpPr>
        <p:spPr>
          <a:xfrm>
            <a:off x="8218449" y="-847493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8C224326-E6B6-004C-1604-8AF0406F49B6}"/>
              </a:ext>
            </a:extLst>
          </p:cNvPr>
          <p:cNvSpPr txBox="1"/>
          <p:nvPr/>
        </p:nvSpPr>
        <p:spPr>
          <a:xfrm>
            <a:off x="379141" y="86979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CD5B61EA-C582-D7FD-0181-6B3C1374FDCC}"/>
              </a:ext>
            </a:extLst>
          </p:cNvPr>
          <p:cNvSpPr txBox="1"/>
          <p:nvPr/>
        </p:nvSpPr>
        <p:spPr>
          <a:xfrm>
            <a:off x="-111512" y="981311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16" name="Google Shape;158;g3b312e66648_0_0">
            <a:extLst>
              <a:ext uri="{FF2B5EF4-FFF2-40B4-BE49-F238E27FC236}">
                <a16:creationId xmlns:a16="http://schemas.microsoft.com/office/drawing/2014/main" id="{DBB72ECC-000F-E79F-F327-4AFB2F10BC41}"/>
              </a:ext>
            </a:extLst>
          </p:cNvPr>
          <p:cNvSpPr txBox="1"/>
          <p:nvPr/>
        </p:nvSpPr>
        <p:spPr>
          <a:xfrm>
            <a:off x="1130188" y="1250827"/>
            <a:ext cx="721165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Develop</a:t>
            </a:r>
          </a:p>
        </p:txBody>
      </p:sp>
      <p:sp>
        <p:nvSpPr>
          <p:cNvPr id="3" name="Google Shape;158;g3b312e66648_0_0">
            <a:extLst>
              <a:ext uri="{FF2B5EF4-FFF2-40B4-BE49-F238E27FC236}">
                <a16:creationId xmlns:a16="http://schemas.microsoft.com/office/drawing/2014/main" id="{CE93D2EB-FA45-7DC2-76E1-3115C0A3E5CD}"/>
              </a:ext>
            </a:extLst>
          </p:cNvPr>
          <p:cNvSpPr txBox="1"/>
          <p:nvPr/>
        </p:nvSpPr>
        <p:spPr>
          <a:xfrm>
            <a:off x="2758146" y="4320556"/>
            <a:ext cx="1182958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Git Repository</a:t>
            </a:r>
          </a:p>
        </p:txBody>
      </p:sp>
      <p:sp>
        <p:nvSpPr>
          <p:cNvPr id="4" name="Google Shape;158;g3b312e66648_0_0">
            <a:extLst>
              <a:ext uri="{FF2B5EF4-FFF2-40B4-BE49-F238E27FC236}">
                <a16:creationId xmlns:a16="http://schemas.microsoft.com/office/drawing/2014/main" id="{2B1EF6BF-FCAA-3C9E-5247-E8338302B789}"/>
              </a:ext>
            </a:extLst>
          </p:cNvPr>
          <p:cNvSpPr txBox="1"/>
          <p:nvPr/>
        </p:nvSpPr>
        <p:spPr>
          <a:xfrm>
            <a:off x="4847665" y="1204236"/>
            <a:ext cx="721165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CI Layer</a:t>
            </a:r>
          </a:p>
        </p:txBody>
      </p:sp>
      <p:sp>
        <p:nvSpPr>
          <p:cNvPr id="12" name="Google Shape;158;g3b312e66648_0_0">
            <a:extLst>
              <a:ext uri="{FF2B5EF4-FFF2-40B4-BE49-F238E27FC236}">
                <a16:creationId xmlns:a16="http://schemas.microsoft.com/office/drawing/2014/main" id="{10B54D63-5369-199D-C14D-93DCC865977A}"/>
              </a:ext>
            </a:extLst>
          </p:cNvPr>
          <p:cNvSpPr txBox="1"/>
          <p:nvPr/>
        </p:nvSpPr>
        <p:spPr>
          <a:xfrm>
            <a:off x="6169541" y="4210993"/>
            <a:ext cx="808064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CD Layer</a:t>
            </a:r>
          </a:p>
        </p:txBody>
      </p:sp>
      <p:sp>
        <p:nvSpPr>
          <p:cNvPr id="23" name="Google Shape;158;g3b312e66648_0_0">
            <a:extLst>
              <a:ext uri="{FF2B5EF4-FFF2-40B4-BE49-F238E27FC236}">
                <a16:creationId xmlns:a16="http://schemas.microsoft.com/office/drawing/2014/main" id="{F013F1C0-C114-6C62-9086-A4C9D403A223}"/>
              </a:ext>
            </a:extLst>
          </p:cNvPr>
          <p:cNvSpPr txBox="1"/>
          <p:nvPr/>
        </p:nvSpPr>
        <p:spPr>
          <a:xfrm>
            <a:off x="7810181" y="1408732"/>
            <a:ext cx="1272339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Maisa Platform</a:t>
            </a:r>
            <a:endParaRPr lang="en-US" noProof="0" dirty="0"/>
          </a:p>
        </p:txBody>
      </p:sp>
      <p:sp>
        <p:nvSpPr>
          <p:cNvPr id="27" name="Google Shape;158;g3b312e66648_0_0">
            <a:extLst>
              <a:ext uri="{FF2B5EF4-FFF2-40B4-BE49-F238E27FC236}">
                <a16:creationId xmlns:a16="http://schemas.microsoft.com/office/drawing/2014/main" id="{54607671-7FA3-A56A-7600-B7D5FDBA33F3}"/>
              </a:ext>
            </a:extLst>
          </p:cNvPr>
          <p:cNvSpPr txBox="1"/>
          <p:nvPr/>
        </p:nvSpPr>
        <p:spPr>
          <a:xfrm>
            <a:off x="9778821" y="3380677"/>
            <a:ext cx="109728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Governance</a:t>
            </a:r>
            <a:endParaRPr lang="en-US" noProof="0" dirty="0"/>
          </a:p>
        </p:txBody>
      </p:sp>
      <p:sp>
        <p:nvSpPr>
          <p:cNvPr id="54" name="Google Shape;157;g3b312e66648_0_0">
            <a:extLst>
              <a:ext uri="{FF2B5EF4-FFF2-40B4-BE49-F238E27FC236}">
                <a16:creationId xmlns:a16="http://schemas.microsoft.com/office/drawing/2014/main" id="{0C6E63E7-D0ED-59B7-6501-F54F74157A7D}"/>
              </a:ext>
            </a:extLst>
          </p:cNvPr>
          <p:cNvSpPr txBox="1"/>
          <p:nvPr/>
        </p:nvSpPr>
        <p:spPr>
          <a:xfrm>
            <a:off x="201518" y="1787035"/>
            <a:ext cx="2922817" cy="1641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100" b="1" dirty="0"/>
              <a:t>Agent </a:t>
            </a:r>
            <a:r>
              <a:rPr lang="es-ES" sz="1100" b="1" dirty="0" err="1"/>
              <a:t>Creation</a:t>
            </a:r>
            <a:r>
              <a:rPr lang="es-ES" sz="1100" b="1" dirty="0"/>
              <a:t> &amp; </a:t>
            </a:r>
            <a:r>
              <a:rPr lang="es-ES" sz="1100" b="1" dirty="0" err="1"/>
              <a:t>Configuration</a:t>
            </a:r>
            <a:endParaRPr lang="es-ES" sz="1100" b="1" dirty="0"/>
          </a:p>
          <a:p>
            <a:r>
              <a:rPr lang="es-ES" sz="1100" dirty="0" err="1"/>
              <a:t>Developers</a:t>
            </a:r>
            <a:r>
              <a:rPr lang="es-ES" sz="1100" dirty="0"/>
              <a:t>, </a:t>
            </a:r>
            <a:r>
              <a:rPr lang="es-ES" sz="1100" dirty="0" err="1"/>
              <a:t>business</a:t>
            </a:r>
            <a:r>
              <a:rPr lang="es-ES" sz="1100" dirty="0"/>
              <a:t> </a:t>
            </a:r>
            <a:r>
              <a:rPr lang="es-ES" sz="1100" dirty="0" err="1"/>
              <a:t>users</a:t>
            </a:r>
            <a:r>
              <a:rPr lang="es-ES" sz="1100" dirty="0"/>
              <a:t>, </a:t>
            </a:r>
            <a:r>
              <a:rPr lang="es-ES" sz="1100" dirty="0" err="1"/>
              <a:t>or</a:t>
            </a:r>
            <a:r>
              <a:rPr lang="es-ES" sz="1100" dirty="0"/>
              <a:t> </a:t>
            </a:r>
            <a:r>
              <a:rPr lang="es-ES" sz="1100" dirty="0" err="1"/>
              <a:t>technical</a:t>
            </a:r>
            <a:r>
              <a:rPr lang="es-ES" sz="1100" dirty="0"/>
              <a:t> </a:t>
            </a:r>
            <a:r>
              <a:rPr lang="es-ES" sz="1100" dirty="0" err="1"/>
              <a:t>teams</a:t>
            </a:r>
            <a:r>
              <a:rPr lang="es-ES" sz="1100" dirty="0"/>
              <a:t> </a:t>
            </a:r>
            <a:r>
              <a:rPr lang="es-ES" sz="1100" dirty="0" err="1"/>
              <a:t>design</a:t>
            </a:r>
            <a:r>
              <a:rPr lang="es-ES" sz="1100" dirty="0"/>
              <a:t> AI </a:t>
            </a:r>
            <a:r>
              <a:rPr lang="es-ES" sz="1100" dirty="0" err="1"/>
              <a:t>agents</a:t>
            </a:r>
            <a:r>
              <a:rPr lang="es-ES" sz="1100" dirty="0"/>
              <a:t> </a:t>
            </a:r>
            <a:r>
              <a:rPr lang="es-ES" sz="1100" dirty="0" err="1"/>
              <a:t>inside</a:t>
            </a:r>
            <a:r>
              <a:rPr lang="es-ES" sz="1100" dirty="0"/>
              <a:t> Maisa.</a:t>
            </a:r>
          </a:p>
          <a:p>
            <a:r>
              <a:rPr lang="es-ES" sz="1100" dirty="0" err="1"/>
              <a:t>Activities</a:t>
            </a:r>
            <a:r>
              <a:rPr lang="es-ES" sz="1100" dirty="0"/>
              <a:t> </a:t>
            </a:r>
            <a:r>
              <a:rPr lang="es-ES" sz="1100" dirty="0" err="1"/>
              <a:t>include</a:t>
            </a:r>
            <a:r>
              <a:rPr lang="es-ES" sz="11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Creating</a:t>
            </a:r>
            <a:r>
              <a:rPr lang="es-ES" sz="1100" dirty="0"/>
              <a:t> </a:t>
            </a:r>
            <a:r>
              <a:rPr lang="es-ES" sz="1100" dirty="0" err="1"/>
              <a:t>agents</a:t>
            </a:r>
            <a:endParaRPr lang="es-E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Defining</a:t>
            </a:r>
            <a:r>
              <a:rPr lang="es-ES" sz="1100" dirty="0"/>
              <a:t> </a:t>
            </a:r>
            <a:r>
              <a:rPr lang="es-ES" sz="1100" dirty="0" err="1"/>
              <a:t>prompts</a:t>
            </a:r>
            <a:r>
              <a:rPr lang="es-ES" sz="1100" dirty="0"/>
              <a:t> and </a:t>
            </a:r>
            <a:r>
              <a:rPr lang="es-ES" sz="1100" dirty="0" err="1"/>
              <a:t>system</a:t>
            </a:r>
            <a:r>
              <a:rPr lang="es-ES" sz="1100" dirty="0"/>
              <a:t> </a:t>
            </a:r>
            <a:r>
              <a:rPr lang="es-ES" sz="1100" dirty="0" err="1"/>
              <a:t>behavior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Configuring</a:t>
            </a:r>
            <a:r>
              <a:rPr lang="es-ES" sz="1100" dirty="0"/>
              <a:t> </a:t>
            </a:r>
            <a:r>
              <a:rPr lang="es-ES" sz="1100" dirty="0" err="1"/>
              <a:t>tools</a:t>
            </a:r>
            <a:r>
              <a:rPr lang="es-ES" sz="1100" dirty="0"/>
              <a:t>, </a:t>
            </a:r>
            <a:r>
              <a:rPr lang="es-ES" sz="1100" dirty="0" err="1"/>
              <a:t>connectors</a:t>
            </a:r>
            <a:r>
              <a:rPr lang="es-ES" sz="1100" dirty="0"/>
              <a:t>, and </a:t>
            </a:r>
            <a:r>
              <a:rPr lang="es-ES" sz="1100" dirty="0" err="1"/>
              <a:t>permissions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Selecting</a:t>
            </a:r>
            <a:r>
              <a:rPr lang="es-ES" sz="1100" dirty="0"/>
              <a:t> </a:t>
            </a:r>
            <a:r>
              <a:rPr lang="es-ES" sz="1100" dirty="0" err="1"/>
              <a:t>models</a:t>
            </a:r>
            <a:r>
              <a:rPr lang="es-ES" sz="1100" dirty="0"/>
              <a:t> and </a:t>
            </a:r>
            <a:r>
              <a:rPr lang="es-ES" sz="1100" dirty="0" err="1"/>
              <a:t>runtime</a:t>
            </a:r>
            <a:r>
              <a:rPr lang="es-ES" sz="1100" dirty="0"/>
              <a:t> </a:t>
            </a:r>
            <a:r>
              <a:rPr lang="es-ES" sz="1100" dirty="0" err="1"/>
              <a:t>parameters</a:t>
            </a:r>
            <a:r>
              <a:rPr lang="es-ES" sz="1100" dirty="0"/>
              <a:t> </a:t>
            </a:r>
          </a:p>
          <a:p>
            <a:r>
              <a:rPr lang="es-ES" sz="1100" b="1" dirty="0" err="1"/>
              <a:t>Goal</a:t>
            </a:r>
            <a:r>
              <a:rPr lang="es-ES" sz="1100" b="1" dirty="0"/>
              <a:t>:</a:t>
            </a:r>
            <a:r>
              <a:rPr lang="es-ES" sz="1100" dirty="0"/>
              <a:t> Rapid and </a:t>
            </a:r>
            <a:r>
              <a:rPr lang="es-ES" sz="1100" dirty="0" err="1"/>
              <a:t>collaborative</a:t>
            </a:r>
            <a:r>
              <a:rPr lang="es-ES" sz="1100" dirty="0"/>
              <a:t> </a:t>
            </a:r>
            <a:r>
              <a:rPr lang="es-ES" sz="1100" dirty="0" err="1"/>
              <a:t>agent</a:t>
            </a:r>
            <a:r>
              <a:rPr lang="es-ES" sz="1100" dirty="0"/>
              <a:t> </a:t>
            </a:r>
            <a:r>
              <a:rPr lang="es-ES" sz="1100" dirty="0" err="1"/>
              <a:t>creation</a:t>
            </a:r>
            <a:r>
              <a:rPr lang="es-ES" sz="1100" dirty="0"/>
              <a:t>.</a:t>
            </a:r>
          </a:p>
        </p:txBody>
      </p:sp>
      <p:sp>
        <p:nvSpPr>
          <p:cNvPr id="55" name="Google Shape;157;g3b312e66648_0_0">
            <a:extLst>
              <a:ext uri="{FF2B5EF4-FFF2-40B4-BE49-F238E27FC236}">
                <a16:creationId xmlns:a16="http://schemas.microsoft.com/office/drawing/2014/main" id="{3ED92DBC-69F9-A5AA-4376-1937E4FB3AB9}"/>
              </a:ext>
            </a:extLst>
          </p:cNvPr>
          <p:cNvSpPr txBox="1"/>
          <p:nvPr/>
        </p:nvSpPr>
        <p:spPr>
          <a:xfrm>
            <a:off x="2075312" y="4804993"/>
            <a:ext cx="2548625" cy="14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100" b="1" dirty="0"/>
              <a:t>Single </a:t>
            </a:r>
            <a:r>
              <a:rPr lang="es-ES" sz="1100" b="1" dirty="0" err="1"/>
              <a:t>Source</a:t>
            </a:r>
            <a:r>
              <a:rPr lang="es-ES" sz="1100" b="1" dirty="0"/>
              <a:t> </a:t>
            </a:r>
            <a:r>
              <a:rPr lang="es-ES" sz="1100" b="1" dirty="0" err="1"/>
              <a:t>of</a:t>
            </a:r>
            <a:r>
              <a:rPr lang="es-ES" sz="1100" b="1" dirty="0"/>
              <a:t> Truth</a:t>
            </a:r>
          </a:p>
          <a:p>
            <a:r>
              <a:rPr lang="es-ES" sz="1100" dirty="0" err="1"/>
              <a:t>All</a:t>
            </a:r>
            <a:r>
              <a:rPr lang="es-ES" sz="1100" dirty="0"/>
              <a:t> </a:t>
            </a:r>
            <a:r>
              <a:rPr lang="es-ES" sz="1100" dirty="0" err="1"/>
              <a:t>agent</a:t>
            </a:r>
            <a:r>
              <a:rPr lang="es-ES" sz="1100" dirty="0"/>
              <a:t> </a:t>
            </a:r>
            <a:r>
              <a:rPr lang="es-ES" sz="1100" dirty="0" err="1"/>
              <a:t>artifacts</a:t>
            </a:r>
            <a:r>
              <a:rPr lang="es-ES" sz="1100" dirty="0"/>
              <a:t> are </a:t>
            </a:r>
            <a:r>
              <a:rPr lang="es-ES" sz="1100" dirty="0" err="1"/>
              <a:t>version</a:t>
            </a:r>
            <a:r>
              <a:rPr lang="es-ES" sz="1100" dirty="0"/>
              <a:t> </a:t>
            </a:r>
            <a:r>
              <a:rPr lang="es-ES" sz="1100" dirty="0" err="1"/>
              <a:t>controlled</a:t>
            </a:r>
            <a:r>
              <a:rPr lang="es-ES" sz="1100" dirty="0"/>
              <a:t> </a:t>
            </a:r>
            <a:r>
              <a:rPr lang="es-ES" sz="1100" dirty="0" err="1"/>
              <a:t>to</a:t>
            </a:r>
            <a:r>
              <a:rPr lang="es-ES" sz="1100" dirty="0"/>
              <a:t> </a:t>
            </a:r>
            <a:r>
              <a:rPr lang="es-ES" sz="1100" dirty="0" err="1"/>
              <a:t>guarantee</a:t>
            </a:r>
            <a:r>
              <a:rPr lang="es-ES" sz="1100" dirty="0"/>
              <a:t> </a:t>
            </a:r>
            <a:r>
              <a:rPr lang="es-ES" sz="1100" dirty="0" err="1"/>
              <a:t>reproducibility</a:t>
            </a:r>
            <a:r>
              <a:rPr lang="es-ES" sz="1100" dirty="0"/>
              <a:t>.</a:t>
            </a:r>
          </a:p>
          <a:p>
            <a:r>
              <a:rPr lang="es-ES" sz="1100" dirty="0" err="1"/>
              <a:t>Stored</a:t>
            </a:r>
            <a:r>
              <a:rPr lang="es-ES" sz="1100" dirty="0"/>
              <a:t> </a:t>
            </a:r>
            <a:r>
              <a:rPr lang="es-ES" sz="1100" dirty="0" err="1"/>
              <a:t>assets</a:t>
            </a:r>
            <a:r>
              <a:rPr lang="es-ES" sz="1100" dirty="0"/>
              <a:t> </a:t>
            </a:r>
            <a:r>
              <a:rPr lang="es-ES" sz="1100" dirty="0" err="1"/>
              <a:t>include</a:t>
            </a:r>
            <a:r>
              <a:rPr lang="es-ES" sz="11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Agent </a:t>
            </a:r>
            <a:r>
              <a:rPr lang="es-ES" sz="1100" dirty="0" err="1"/>
              <a:t>definitions</a:t>
            </a:r>
            <a:r>
              <a:rPr lang="es-ES" sz="1100" dirty="0"/>
              <a:t> and </a:t>
            </a:r>
            <a:r>
              <a:rPr lang="es-ES" sz="1100" dirty="0" err="1"/>
              <a:t>configurations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Prompt</a:t>
            </a:r>
            <a:r>
              <a:rPr lang="es-ES" sz="1100" dirty="0"/>
              <a:t> </a:t>
            </a:r>
            <a:r>
              <a:rPr lang="es-ES" sz="1100" dirty="0" err="1"/>
              <a:t>templates</a:t>
            </a:r>
            <a:endParaRPr lang="es-E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Policies</a:t>
            </a:r>
            <a:r>
              <a:rPr lang="es-ES" sz="1100" dirty="0"/>
              <a:t> and </a:t>
            </a:r>
            <a:r>
              <a:rPr lang="es-ES" sz="1100" dirty="0" err="1"/>
              <a:t>permissions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Test </a:t>
            </a:r>
            <a:r>
              <a:rPr lang="es-ES" sz="1100" dirty="0" err="1"/>
              <a:t>datasets</a:t>
            </a:r>
            <a:r>
              <a:rPr lang="es-ES" sz="1100" dirty="0"/>
              <a:t> and </a:t>
            </a:r>
            <a:r>
              <a:rPr lang="es-ES" sz="1100" dirty="0" err="1"/>
              <a:t>evaluation</a:t>
            </a:r>
            <a:r>
              <a:rPr lang="es-ES" sz="1100" dirty="0"/>
              <a:t> </a:t>
            </a:r>
            <a:r>
              <a:rPr lang="es-ES" sz="1100" dirty="0" err="1"/>
              <a:t>scenarios</a:t>
            </a:r>
            <a:endParaRPr lang="es-ES" sz="1100" dirty="0"/>
          </a:p>
        </p:txBody>
      </p:sp>
      <p:sp>
        <p:nvSpPr>
          <p:cNvPr id="56" name="Google Shape;157;g3b312e66648_0_0">
            <a:extLst>
              <a:ext uri="{FF2B5EF4-FFF2-40B4-BE49-F238E27FC236}">
                <a16:creationId xmlns:a16="http://schemas.microsoft.com/office/drawing/2014/main" id="{05E2A65B-F43A-818A-AF93-ABB60AD389E5}"/>
              </a:ext>
            </a:extLst>
          </p:cNvPr>
          <p:cNvSpPr txBox="1"/>
          <p:nvPr/>
        </p:nvSpPr>
        <p:spPr>
          <a:xfrm>
            <a:off x="3728573" y="1642209"/>
            <a:ext cx="3029580" cy="243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100" b="1" dirty="0" err="1"/>
              <a:t>Automated</a:t>
            </a:r>
            <a:r>
              <a:rPr lang="es-ES" sz="1100" b="1" dirty="0"/>
              <a:t> </a:t>
            </a:r>
            <a:r>
              <a:rPr lang="es-ES" sz="1100" b="1" dirty="0" err="1"/>
              <a:t>Validation</a:t>
            </a:r>
            <a:r>
              <a:rPr lang="es-ES" sz="1100" b="1" dirty="0"/>
              <a:t> &amp; </a:t>
            </a:r>
            <a:r>
              <a:rPr lang="es-ES" sz="1100" b="1" dirty="0" err="1"/>
              <a:t>Quality</a:t>
            </a:r>
            <a:r>
              <a:rPr lang="es-ES" sz="1100" b="1" dirty="0"/>
              <a:t> Gates</a:t>
            </a:r>
          </a:p>
          <a:p>
            <a:r>
              <a:rPr lang="es-ES" sz="1100" dirty="0" err="1"/>
              <a:t>Before</a:t>
            </a:r>
            <a:r>
              <a:rPr lang="es-ES" sz="1100" dirty="0"/>
              <a:t> </a:t>
            </a:r>
            <a:r>
              <a:rPr lang="es-ES" sz="1100" dirty="0" err="1"/>
              <a:t>promotion</a:t>
            </a:r>
            <a:r>
              <a:rPr lang="es-ES" sz="1100" dirty="0"/>
              <a:t>, </a:t>
            </a:r>
            <a:r>
              <a:rPr lang="es-ES" sz="1100" dirty="0" err="1"/>
              <a:t>every</a:t>
            </a:r>
            <a:r>
              <a:rPr lang="es-ES" sz="1100" dirty="0"/>
              <a:t> </a:t>
            </a:r>
            <a:r>
              <a:rPr lang="es-ES" sz="1100" dirty="0" err="1"/>
              <a:t>change</a:t>
            </a:r>
            <a:r>
              <a:rPr lang="es-ES" sz="1100" dirty="0"/>
              <a:t> </a:t>
            </a:r>
            <a:r>
              <a:rPr lang="es-ES" sz="1100" dirty="0" err="1"/>
              <a:t>is</a:t>
            </a:r>
            <a:r>
              <a:rPr lang="es-ES" sz="1100" dirty="0"/>
              <a:t> </a:t>
            </a:r>
            <a:r>
              <a:rPr lang="es-ES" sz="1100" dirty="0" err="1"/>
              <a:t>automatically</a:t>
            </a:r>
            <a:r>
              <a:rPr lang="es-ES" sz="1100" dirty="0"/>
              <a:t> </a:t>
            </a:r>
            <a:r>
              <a:rPr lang="es-ES" sz="1100" dirty="0" err="1"/>
              <a:t>validated</a:t>
            </a:r>
            <a:r>
              <a:rPr lang="es-ES" sz="1100" dirty="0"/>
              <a:t>.</a:t>
            </a:r>
          </a:p>
          <a:p>
            <a:r>
              <a:rPr lang="es-ES" sz="1100" b="1" dirty="0" err="1"/>
              <a:t>Validation</a:t>
            </a:r>
            <a:r>
              <a:rPr lang="es-ES" sz="1100" b="1" dirty="0"/>
              <a:t> </a:t>
            </a:r>
            <a:r>
              <a:rPr lang="es-ES" sz="1100" b="1" dirty="0" err="1"/>
              <a:t>checks</a:t>
            </a:r>
            <a:endParaRPr lang="es-E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Configuration</a:t>
            </a:r>
            <a:r>
              <a:rPr lang="es-ES" sz="1100" dirty="0"/>
              <a:t> and </a:t>
            </a:r>
            <a:r>
              <a:rPr lang="es-ES" sz="1100" dirty="0" err="1"/>
              <a:t>schema</a:t>
            </a:r>
            <a:r>
              <a:rPr lang="es-ES" sz="1100" dirty="0"/>
              <a:t> </a:t>
            </a:r>
            <a:r>
              <a:rPr lang="es-ES" sz="1100" dirty="0" err="1"/>
              <a:t>validation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Prompt</a:t>
            </a:r>
            <a:r>
              <a:rPr lang="es-ES" sz="1100" dirty="0"/>
              <a:t> </a:t>
            </a:r>
            <a:r>
              <a:rPr lang="es-ES" sz="1100" dirty="0" err="1"/>
              <a:t>quality</a:t>
            </a:r>
            <a:r>
              <a:rPr lang="es-ES" sz="1100" dirty="0"/>
              <a:t> </a:t>
            </a:r>
            <a:r>
              <a:rPr lang="es-ES" sz="1100" dirty="0" err="1"/>
              <a:t>checks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Integration</a:t>
            </a:r>
            <a:r>
              <a:rPr lang="es-ES" sz="1100" dirty="0"/>
              <a:t> </a:t>
            </a:r>
            <a:r>
              <a:rPr lang="es-ES" sz="1100" dirty="0" err="1"/>
              <a:t>verification</a:t>
            </a:r>
            <a:r>
              <a:rPr lang="es-ES" sz="1100" dirty="0"/>
              <a:t> </a:t>
            </a:r>
          </a:p>
          <a:p>
            <a:r>
              <a:rPr lang="es-ES" sz="1100" b="1" dirty="0" err="1"/>
              <a:t>Evaluation</a:t>
            </a:r>
            <a:r>
              <a:rPr lang="es-ES" sz="1100" b="1" dirty="0"/>
              <a:t> </a:t>
            </a:r>
            <a:r>
              <a:rPr lang="es-ES" sz="1100" b="1" dirty="0" err="1"/>
              <a:t>testing</a:t>
            </a:r>
            <a:endParaRPr lang="es-E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Benchmark</a:t>
            </a:r>
            <a:r>
              <a:rPr lang="es-ES" sz="1100" dirty="0"/>
              <a:t> </a:t>
            </a:r>
            <a:r>
              <a:rPr lang="es-ES" sz="1100" dirty="0" err="1"/>
              <a:t>datasets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Expected</a:t>
            </a:r>
            <a:r>
              <a:rPr lang="es-ES" sz="1100" dirty="0"/>
              <a:t> response </a:t>
            </a:r>
            <a:r>
              <a:rPr lang="es-ES" sz="1100" dirty="0" err="1"/>
              <a:t>validation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Hallucination</a:t>
            </a:r>
            <a:r>
              <a:rPr lang="es-ES" sz="1100" dirty="0"/>
              <a:t> and </a:t>
            </a:r>
            <a:r>
              <a:rPr lang="es-ES" sz="1100" dirty="0" err="1"/>
              <a:t>consistency</a:t>
            </a:r>
            <a:r>
              <a:rPr lang="es-ES" sz="1100" dirty="0"/>
              <a:t> </a:t>
            </a:r>
            <a:r>
              <a:rPr lang="es-ES" sz="1100" dirty="0" err="1"/>
              <a:t>testing</a:t>
            </a:r>
            <a:r>
              <a:rPr lang="es-ES" sz="1100" dirty="0"/>
              <a:t> </a:t>
            </a:r>
          </a:p>
          <a:p>
            <a:r>
              <a:rPr lang="es-ES" sz="1100" b="1" dirty="0"/>
              <a:t>Security </a:t>
            </a:r>
            <a:r>
              <a:rPr lang="es-ES" sz="1100" b="1" dirty="0" err="1"/>
              <a:t>checks</a:t>
            </a:r>
            <a:endParaRPr lang="es-E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Permission</a:t>
            </a:r>
            <a:r>
              <a:rPr lang="es-ES" sz="1100" dirty="0"/>
              <a:t> </a:t>
            </a:r>
            <a:r>
              <a:rPr lang="es-ES" sz="1100" dirty="0" err="1"/>
              <a:t>validation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Secrets</a:t>
            </a:r>
            <a:r>
              <a:rPr lang="es-ES" sz="1100" dirty="0"/>
              <a:t> </a:t>
            </a:r>
            <a:r>
              <a:rPr lang="es-ES" sz="1100" dirty="0" err="1"/>
              <a:t>scanning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Policy </a:t>
            </a:r>
            <a:r>
              <a:rPr lang="es-ES" sz="1100" dirty="0" err="1"/>
              <a:t>compliance</a:t>
            </a:r>
            <a:endParaRPr lang="es-ES" sz="1100" dirty="0"/>
          </a:p>
        </p:txBody>
      </p:sp>
      <p:sp>
        <p:nvSpPr>
          <p:cNvPr id="57" name="Google Shape;157;g3b312e66648_0_0">
            <a:extLst>
              <a:ext uri="{FF2B5EF4-FFF2-40B4-BE49-F238E27FC236}">
                <a16:creationId xmlns:a16="http://schemas.microsoft.com/office/drawing/2014/main" id="{236D777D-DE2F-7724-CC5D-74A359B5A2B0}"/>
              </a:ext>
            </a:extLst>
          </p:cNvPr>
          <p:cNvSpPr txBox="1"/>
          <p:nvPr/>
        </p:nvSpPr>
        <p:spPr>
          <a:xfrm>
            <a:off x="5654259" y="4726846"/>
            <a:ext cx="2112578" cy="192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100" b="1" dirty="0" err="1"/>
              <a:t>Controlled</a:t>
            </a:r>
            <a:r>
              <a:rPr lang="es-ES" sz="1100" b="1" dirty="0"/>
              <a:t> </a:t>
            </a:r>
            <a:r>
              <a:rPr lang="es-ES" sz="1100" b="1" dirty="0" err="1"/>
              <a:t>Deployment</a:t>
            </a:r>
            <a:r>
              <a:rPr lang="es-ES" sz="1100" b="1" dirty="0"/>
              <a:t> </a:t>
            </a:r>
            <a:r>
              <a:rPr lang="es-ES" sz="1100" b="1" dirty="0" err="1"/>
              <a:t>Across</a:t>
            </a:r>
            <a:r>
              <a:rPr lang="es-ES" sz="1100" b="1" dirty="0"/>
              <a:t> </a:t>
            </a:r>
            <a:r>
              <a:rPr lang="es-ES" sz="1100" b="1" dirty="0" err="1"/>
              <a:t>Environments</a:t>
            </a:r>
            <a:endParaRPr lang="es-ES" sz="1100" b="1" dirty="0"/>
          </a:p>
          <a:p>
            <a:r>
              <a:rPr lang="es-ES" sz="1100" dirty="0" err="1"/>
              <a:t>Validated</a:t>
            </a:r>
            <a:r>
              <a:rPr lang="es-ES" sz="1100" dirty="0"/>
              <a:t> </a:t>
            </a:r>
            <a:r>
              <a:rPr lang="es-ES" sz="1100" dirty="0" err="1"/>
              <a:t>agents</a:t>
            </a:r>
            <a:r>
              <a:rPr lang="es-ES" sz="1100" dirty="0"/>
              <a:t> are </a:t>
            </a:r>
            <a:r>
              <a:rPr lang="es-ES" sz="1100" dirty="0" err="1"/>
              <a:t>promoted</a:t>
            </a:r>
            <a:r>
              <a:rPr lang="es-ES" sz="1100" dirty="0"/>
              <a:t> </a:t>
            </a:r>
            <a:r>
              <a:rPr lang="es-ES" sz="1100" dirty="0" err="1"/>
              <a:t>safely</a:t>
            </a:r>
            <a:r>
              <a:rPr lang="es-ES" sz="1100" dirty="0"/>
              <a:t> </a:t>
            </a:r>
            <a:r>
              <a:rPr lang="es-ES" sz="1100" dirty="0" err="1"/>
              <a:t>through</a:t>
            </a:r>
            <a:r>
              <a:rPr lang="es-ES" sz="1100" dirty="0"/>
              <a:t> </a:t>
            </a:r>
            <a:r>
              <a:rPr lang="es-ES" sz="1100" dirty="0" err="1"/>
              <a:t>environments</a:t>
            </a:r>
            <a:r>
              <a:rPr lang="es-ES" sz="1100" dirty="0"/>
              <a:t>.</a:t>
            </a:r>
          </a:p>
          <a:p>
            <a:r>
              <a:rPr lang="es-ES" sz="1100" b="1" dirty="0"/>
              <a:t>           DEV → PRE → PROD</a:t>
            </a:r>
            <a:endParaRPr lang="es-ES" sz="1100" dirty="0"/>
          </a:p>
          <a:p>
            <a:r>
              <a:rPr lang="es-ES" sz="1100" dirty="0" err="1"/>
              <a:t>Deployment</a:t>
            </a:r>
            <a:r>
              <a:rPr lang="es-ES" sz="1100" dirty="0"/>
              <a:t> </a:t>
            </a:r>
            <a:r>
              <a:rPr lang="es-ES" sz="1100" dirty="0" err="1"/>
              <a:t>includes</a:t>
            </a:r>
            <a:r>
              <a:rPr lang="es-ES" sz="11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Controlled</a:t>
            </a:r>
            <a:r>
              <a:rPr lang="es-ES" sz="1100" dirty="0"/>
              <a:t> </a:t>
            </a:r>
            <a:r>
              <a:rPr lang="es-ES" sz="1100" dirty="0" err="1"/>
              <a:t>promotion</a:t>
            </a:r>
            <a:r>
              <a:rPr lang="es-ES" sz="1100" dirty="0"/>
              <a:t> </a:t>
            </a:r>
            <a:r>
              <a:rPr lang="es-ES" sz="1100" dirty="0" err="1"/>
              <a:t>process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Approval</a:t>
            </a:r>
            <a:r>
              <a:rPr lang="es-ES" sz="1100" dirty="0"/>
              <a:t> </a:t>
            </a:r>
            <a:r>
              <a:rPr lang="es-ES" sz="1100" dirty="0" err="1"/>
              <a:t>workflows</a:t>
            </a:r>
            <a:r>
              <a:rPr lang="es-ES" sz="1100" dirty="0"/>
              <a:t> </a:t>
            </a:r>
            <a:r>
              <a:rPr lang="es-ES" sz="1100" dirty="0" err="1"/>
              <a:t>for</a:t>
            </a:r>
            <a:r>
              <a:rPr lang="es-ES" sz="1100" dirty="0"/>
              <a:t> </a:t>
            </a:r>
            <a:r>
              <a:rPr lang="es-ES" sz="1100" dirty="0" err="1"/>
              <a:t>production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Automated</a:t>
            </a:r>
            <a:r>
              <a:rPr lang="es-ES" sz="1100" dirty="0"/>
              <a:t> </a:t>
            </a:r>
            <a:r>
              <a:rPr lang="es-ES" sz="1100" dirty="0" err="1"/>
              <a:t>rollback</a:t>
            </a:r>
            <a:r>
              <a:rPr lang="es-ES" sz="1100" dirty="0"/>
              <a:t> </a:t>
            </a:r>
            <a:r>
              <a:rPr lang="es-ES" sz="1100" dirty="0" err="1"/>
              <a:t>when</a:t>
            </a:r>
            <a:r>
              <a:rPr lang="es-ES" sz="1100" dirty="0"/>
              <a:t> </a:t>
            </a:r>
            <a:r>
              <a:rPr lang="es-ES" sz="1100" dirty="0" err="1"/>
              <a:t>quality</a:t>
            </a:r>
            <a:r>
              <a:rPr lang="es-ES" sz="1100" dirty="0"/>
              <a:t> </a:t>
            </a:r>
            <a:r>
              <a:rPr lang="es-ES" sz="1100" dirty="0" err="1"/>
              <a:t>drops</a:t>
            </a:r>
            <a:endParaRPr lang="es-ES" sz="1100" dirty="0"/>
          </a:p>
        </p:txBody>
      </p:sp>
      <p:sp>
        <p:nvSpPr>
          <p:cNvPr id="60" name="Google Shape;157;g3b312e66648_0_0">
            <a:extLst>
              <a:ext uri="{FF2B5EF4-FFF2-40B4-BE49-F238E27FC236}">
                <a16:creationId xmlns:a16="http://schemas.microsoft.com/office/drawing/2014/main" id="{5BB848DD-766B-58C9-5A32-202848DAE749}"/>
              </a:ext>
            </a:extLst>
          </p:cNvPr>
          <p:cNvSpPr txBox="1"/>
          <p:nvPr/>
        </p:nvSpPr>
        <p:spPr>
          <a:xfrm>
            <a:off x="7356552" y="1915213"/>
            <a:ext cx="2548625" cy="142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100" b="1" dirty="0" err="1"/>
              <a:t>Execution</a:t>
            </a:r>
            <a:r>
              <a:rPr lang="es-ES" sz="1100" b="1" dirty="0"/>
              <a:t> &amp; Business </a:t>
            </a:r>
            <a:r>
              <a:rPr lang="es-ES" sz="1100" b="1" dirty="0" err="1"/>
              <a:t>Operations</a:t>
            </a:r>
            <a:endParaRPr lang="es-ES" sz="1100" b="1" dirty="0"/>
          </a:p>
          <a:p>
            <a:r>
              <a:rPr lang="es-ES" sz="1100" dirty="0"/>
              <a:t>Once </a:t>
            </a:r>
            <a:r>
              <a:rPr lang="es-ES" sz="1100" dirty="0" err="1"/>
              <a:t>deployed</a:t>
            </a:r>
            <a:r>
              <a:rPr lang="es-ES" sz="1100" dirty="0"/>
              <a:t>, </a:t>
            </a:r>
            <a:r>
              <a:rPr lang="es-ES" sz="1100" dirty="0" err="1"/>
              <a:t>agents</a:t>
            </a:r>
            <a:r>
              <a:rPr lang="es-ES" sz="1100" dirty="0"/>
              <a:t> run </a:t>
            </a:r>
            <a:r>
              <a:rPr lang="es-ES" sz="1100" dirty="0" err="1"/>
              <a:t>within</a:t>
            </a:r>
            <a:r>
              <a:rPr lang="es-ES" sz="1100" dirty="0"/>
              <a:t> Maisa and </a:t>
            </a:r>
            <a:r>
              <a:rPr lang="es-ES" sz="1100" dirty="0" err="1"/>
              <a:t>execute</a:t>
            </a:r>
            <a:r>
              <a:rPr lang="es-ES" sz="1100" dirty="0"/>
              <a:t> </a:t>
            </a:r>
            <a:r>
              <a:rPr lang="es-ES" sz="1100" dirty="0" err="1"/>
              <a:t>enterprise</a:t>
            </a:r>
            <a:r>
              <a:rPr lang="es-ES" sz="1100" dirty="0"/>
              <a:t> </a:t>
            </a:r>
            <a:r>
              <a:rPr lang="es-ES" sz="1100" dirty="0" err="1"/>
              <a:t>workflows</a:t>
            </a:r>
            <a:r>
              <a:rPr lang="es-ES" sz="1100" dirty="0"/>
              <a:t>.</a:t>
            </a:r>
          </a:p>
          <a:p>
            <a:r>
              <a:rPr lang="es-ES" sz="1100" dirty="0"/>
              <a:t>The </a:t>
            </a:r>
            <a:r>
              <a:rPr lang="es-ES" sz="1100" dirty="0" err="1"/>
              <a:t>platform</a:t>
            </a:r>
            <a:r>
              <a:rPr lang="es-ES" sz="1100" dirty="0"/>
              <a:t> </a:t>
            </a:r>
            <a:r>
              <a:rPr lang="es-ES" sz="1100" dirty="0" err="1"/>
              <a:t>handles</a:t>
            </a:r>
            <a:r>
              <a:rPr lang="es-ES" sz="11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User</a:t>
            </a:r>
            <a:r>
              <a:rPr lang="es-ES" sz="1100" dirty="0"/>
              <a:t> </a:t>
            </a:r>
            <a:r>
              <a:rPr lang="es-ES" sz="1100" dirty="0" err="1"/>
              <a:t>interactions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API </a:t>
            </a:r>
            <a:r>
              <a:rPr lang="es-ES" sz="1100" dirty="0" err="1"/>
              <a:t>execution</a:t>
            </a:r>
            <a:r>
              <a:rPr lang="es-E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Business </a:t>
            </a:r>
            <a:r>
              <a:rPr lang="es-ES" sz="1100" dirty="0" err="1"/>
              <a:t>process</a:t>
            </a:r>
            <a:r>
              <a:rPr lang="es-ES" sz="1100" dirty="0"/>
              <a:t> </a:t>
            </a:r>
            <a:r>
              <a:rPr lang="es-ES" sz="1100" dirty="0" err="1"/>
              <a:t>automation</a:t>
            </a:r>
            <a:endParaRPr lang="es-ES" sz="1100" dirty="0"/>
          </a:p>
        </p:txBody>
      </p:sp>
      <p:sp>
        <p:nvSpPr>
          <p:cNvPr id="61" name="Google Shape;157;g3b312e66648_0_0">
            <a:extLst>
              <a:ext uri="{FF2B5EF4-FFF2-40B4-BE49-F238E27FC236}">
                <a16:creationId xmlns:a16="http://schemas.microsoft.com/office/drawing/2014/main" id="{8DFD81FD-BE79-1AD0-9BCA-899627CCA6BF}"/>
              </a:ext>
            </a:extLst>
          </p:cNvPr>
          <p:cNvSpPr txBox="1"/>
          <p:nvPr/>
        </p:nvSpPr>
        <p:spPr>
          <a:xfrm>
            <a:off x="8955471" y="3900964"/>
            <a:ext cx="3116003" cy="192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s-ES" sz="1100" b="1" dirty="0" err="1"/>
              <a:t>Continuous</a:t>
            </a:r>
            <a:r>
              <a:rPr lang="es-ES" sz="1100" b="1" dirty="0"/>
              <a:t> </a:t>
            </a:r>
            <a:r>
              <a:rPr lang="es-ES" sz="1100" b="1" dirty="0" err="1"/>
              <a:t>Monitoring</a:t>
            </a:r>
            <a:r>
              <a:rPr lang="es-ES" sz="1100" b="1" dirty="0"/>
              <a:t> &amp; Control</a:t>
            </a:r>
          </a:p>
          <a:p>
            <a:r>
              <a:rPr lang="es-ES" sz="1100" dirty="0"/>
              <a:t>CI/CD </a:t>
            </a:r>
            <a:r>
              <a:rPr lang="es-ES" sz="1100" dirty="0" err="1"/>
              <a:t>does</a:t>
            </a:r>
            <a:r>
              <a:rPr lang="es-ES" sz="1100" dirty="0"/>
              <a:t> </a:t>
            </a:r>
            <a:r>
              <a:rPr lang="es-ES" sz="1100" dirty="0" err="1"/>
              <a:t>not</a:t>
            </a:r>
            <a:r>
              <a:rPr lang="es-ES" sz="1100" dirty="0"/>
              <a:t> </a:t>
            </a:r>
            <a:r>
              <a:rPr lang="es-ES" sz="1100" dirty="0" err="1"/>
              <a:t>end</a:t>
            </a:r>
            <a:r>
              <a:rPr lang="es-ES" sz="1100" dirty="0"/>
              <a:t> after </a:t>
            </a:r>
            <a:r>
              <a:rPr lang="es-ES" sz="1100" dirty="0" err="1"/>
              <a:t>deployment</a:t>
            </a:r>
            <a:r>
              <a:rPr lang="es-ES" sz="1100" dirty="0"/>
              <a:t>.</a:t>
            </a:r>
          </a:p>
          <a:p>
            <a:r>
              <a:rPr lang="es-ES" sz="1100" dirty="0" err="1"/>
              <a:t>Organizations</a:t>
            </a:r>
            <a:r>
              <a:rPr lang="es-ES" sz="1100" dirty="0"/>
              <a:t> </a:t>
            </a:r>
            <a:r>
              <a:rPr lang="es-ES" sz="1100" dirty="0" err="1"/>
              <a:t>continuously</a:t>
            </a:r>
            <a:r>
              <a:rPr lang="es-ES" sz="1100" dirty="0"/>
              <a:t> monitor:</a:t>
            </a:r>
          </a:p>
          <a:p>
            <a:r>
              <a:rPr lang="es-ES" sz="1100" b="1" dirty="0" err="1"/>
              <a:t>Technical</a:t>
            </a:r>
            <a:r>
              <a:rPr lang="es-ES" sz="1100" b="1" dirty="0"/>
              <a:t> </a:t>
            </a:r>
            <a:r>
              <a:rPr lang="es-ES" sz="1100" b="1" dirty="0" err="1"/>
              <a:t>metrics</a:t>
            </a:r>
            <a:endParaRPr lang="es-E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Latency</a:t>
            </a:r>
            <a:r>
              <a:rPr lang="es-ES" sz="1100" dirty="0"/>
              <a:t> , </a:t>
            </a:r>
            <a:r>
              <a:rPr lang="es-ES" sz="1100" dirty="0" err="1"/>
              <a:t>failures</a:t>
            </a:r>
            <a:r>
              <a:rPr lang="es-ES" sz="1100" dirty="0"/>
              <a:t>, API </a:t>
            </a:r>
            <a:r>
              <a:rPr lang="es-ES" sz="1100" dirty="0" err="1"/>
              <a:t>health</a:t>
            </a:r>
            <a:r>
              <a:rPr lang="es-ES" sz="1100" dirty="0"/>
              <a:t> </a:t>
            </a:r>
          </a:p>
          <a:p>
            <a:r>
              <a:rPr lang="es-ES" sz="1100" b="1" dirty="0"/>
              <a:t>AI </a:t>
            </a:r>
            <a:r>
              <a:rPr lang="es-ES" sz="1100" b="1" dirty="0" err="1"/>
              <a:t>metrics</a:t>
            </a:r>
            <a:endParaRPr lang="es-E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 err="1"/>
              <a:t>Hallucination</a:t>
            </a:r>
            <a:r>
              <a:rPr lang="es-ES" sz="1100" dirty="0"/>
              <a:t> </a:t>
            </a:r>
            <a:r>
              <a:rPr lang="es-ES" sz="1100" dirty="0" err="1"/>
              <a:t>rate</a:t>
            </a:r>
            <a:r>
              <a:rPr lang="es-ES" sz="1100" dirty="0"/>
              <a:t>, </a:t>
            </a:r>
            <a:r>
              <a:rPr lang="es-ES" sz="1100" dirty="0" err="1"/>
              <a:t>prompt</a:t>
            </a:r>
            <a:r>
              <a:rPr lang="es-ES" sz="1100" dirty="0"/>
              <a:t> </a:t>
            </a:r>
            <a:r>
              <a:rPr lang="es-ES" sz="1100" dirty="0" err="1"/>
              <a:t>drift</a:t>
            </a:r>
            <a:r>
              <a:rPr lang="es-ES" sz="1100" dirty="0"/>
              <a:t>, response </a:t>
            </a:r>
            <a:r>
              <a:rPr lang="es-ES" sz="1100" dirty="0" err="1"/>
              <a:t>consistency</a:t>
            </a:r>
            <a:r>
              <a:rPr lang="es-ES" sz="1100" dirty="0"/>
              <a:t> </a:t>
            </a:r>
          </a:p>
          <a:p>
            <a:r>
              <a:rPr lang="es-ES" sz="1100" b="1" dirty="0" err="1"/>
              <a:t>Governance</a:t>
            </a:r>
            <a:endParaRPr lang="es-ES" sz="11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100" dirty="0"/>
              <a:t>Audit </a:t>
            </a:r>
            <a:r>
              <a:rPr lang="es-ES" sz="1100" dirty="0" err="1"/>
              <a:t>trails</a:t>
            </a:r>
            <a:r>
              <a:rPr lang="es-ES" sz="1100" dirty="0"/>
              <a:t>, </a:t>
            </a:r>
            <a:r>
              <a:rPr lang="es-ES" sz="1100" dirty="0" err="1"/>
              <a:t>approval</a:t>
            </a:r>
            <a:r>
              <a:rPr lang="es-ES" sz="1100" dirty="0"/>
              <a:t> </a:t>
            </a:r>
            <a:r>
              <a:rPr lang="es-ES" sz="1100" dirty="0" err="1"/>
              <a:t>history</a:t>
            </a:r>
            <a:r>
              <a:rPr lang="es-ES" sz="1100" dirty="0"/>
              <a:t>, </a:t>
            </a:r>
            <a:r>
              <a:rPr lang="es-ES" sz="1100" dirty="0" err="1"/>
              <a:t>compliance</a:t>
            </a:r>
            <a:r>
              <a:rPr lang="es-ES" sz="1100" dirty="0"/>
              <a:t> </a:t>
            </a:r>
            <a:r>
              <a:rPr lang="es-ES" sz="1100" dirty="0" err="1"/>
              <a:t>validation</a:t>
            </a:r>
            <a:endParaRPr lang="es-ES" sz="1100" dirty="0"/>
          </a:p>
        </p:txBody>
      </p:sp>
      <p:cxnSp>
        <p:nvCxnSpPr>
          <p:cNvPr id="63" name="Conector angular 62">
            <a:extLst>
              <a:ext uri="{FF2B5EF4-FFF2-40B4-BE49-F238E27FC236}">
                <a16:creationId xmlns:a16="http://schemas.microsoft.com/office/drawing/2014/main" id="{0D5D04DC-08E4-DAF2-1044-C84FE58204B2}"/>
              </a:ext>
            </a:extLst>
          </p:cNvPr>
          <p:cNvCxnSpPr>
            <a:cxnSpLocks/>
            <a:stCxn id="54" idx="2"/>
            <a:endCxn id="55" idx="1"/>
          </p:cNvCxnSpPr>
          <p:nvPr/>
        </p:nvCxnSpPr>
        <p:spPr>
          <a:xfrm rot="16200000" flipH="1">
            <a:off x="830786" y="4261141"/>
            <a:ext cx="2076666" cy="4123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Conector angular 258">
            <a:extLst>
              <a:ext uri="{FF2B5EF4-FFF2-40B4-BE49-F238E27FC236}">
                <a16:creationId xmlns:a16="http://schemas.microsoft.com/office/drawing/2014/main" id="{4DD3E046-D4B2-F6D0-81DE-1F7D61AD13E6}"/>
              </a:ext>
            </a:extLst>
          </p:cNvPr>
          <p:cNvCxnSpPr>
            <a:cxnSpLocks/>
            <a:stCxn id="3" idx="0"/>
            <a:endCxn id="56" idx="1"/>
          </p:cNvCxnSpPr>
          <p:nvPr/>
        </p:nvCxnSpPr>
        <p:spPr>
          <a:xfrm rot="5400000" flipH="1" flipV="1">
            <a:off x="2809711" y="3401694"/>
            <a:ext cx="1458777" cy="3789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1" name="Conector angular 260">
            <a:extLst>
              <a:ext uri="{FF2B5EF4-FFF2-40B4-BE49-F238E27FC236}">
                <a16:creationId xmlns:a16="http://schemas.microsoft.com/office/drawing/2014/main" id="{DF130920-3634-2AA0-F4EB-D70F9B2B5EEE}"/>
              </a:ext>
            </a:extLst>
          </p:cNvPr>
          <p:cNvCxnSpPr>
            <a:cxnSpLocks/>
            <a:stCxn id="56" idx="2"/>
            <a:endCxn id="57" idx="1"/>
          </p:cNvCxnSpPr>
          <p:nvPr/>
        </p:nvCxnSpPr>
        <p:spPr>
          <a:xfrm rot="16200000" flipH="1">
            <a:off x="4644810" y="4679901"/>
            <a:ext cx="1608002" cy="4108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8" name="Conector angular 267">
            <a:extLst>
              <a:ext uri="{FF2B5EF4-FFF2-40B4-BE49-F238E27FC236}">
                <a16:creationId xmlns:a16="http://schemas.microsoft.com/office/drawing/2014/main" id="{9ABD9BD6-4AC5-C5B2-AFF5-097A35D39974}"/>
              </a:ext>
            </a:extLst>
          </p:cNvPr>
          <p:cNvCxnSpPr>
            <a:stCxn id="12" idx="0"/>
            <a:endCxn id="60" idx="1"/>
          </p:cNvCxnSpPr>
          <p:nvPr/>
        </p:nvCxnSpPr>
        <p:spPr>
          <a:xfrm rot="5400000" flipH="1" flipV="1">
            <a:off x="6173942" y="3028384"/>
            <a:ext cx="1582241" cy="7829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BF8538E6-01AA-D755-BA29-EB813A14DC3D}"/>
              </a:ext>
            </a:extLst>
          </p:cNvPr>
          <p:cNvSpPr txBox="1"/>
          <p:nvPr/>
        </p:nvSpPr>
        <p:spPr>
          <a:xfrm>
            <a:off x="6852746" y="3930869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srgbClr val="000000"/>
              </a:solidFill>
            </a:endParaRPr>
          </a:p>
        </p:txBody>
      </p:sp>
      <p:cxnSp>
        <p:nvCxnSpPr>
          <p:cNvPr id="272" name="Conector angular 271">
            <a:extLst>
              <a:ext uri="{FF2B5EF4-FFF2-40B4-BE49-F238E27FC236}">
                <a16:creationId xmlns:a16="http://schemas.microsoft.com/office/drawing/2014/main" id="{33F8206F-B707-ED5F-3F07-483FF7E4EA58}"/>
              </a:ext>
            </a:extLst>
          </p:cNvPr>
          <p:cNvCxnSpPr>
            <a:stCxn id="60" idx="2"/>
            <a:endCxn id="61" idx="1"/>
          </p:cNvCxnSpPr>
          <p:nvPr/>
        </p:nvCxnSpPr>
        <p:spPr>
          <a:xfrm rot="16200000" flipH="1">
            <a:off x="8032580" y="3940576"/>
            <a:ext cx="1521177" cy="324606"/>
          </a:xfrm>
          <a:prstGeom prst="bentConnector2">
            <a:avLst/>
          </a:prstGeom>
          <a:ln w="9525" cap="rnd">
            <a:solidFill>
              <a:srgbClr val="9A9A9A"/>
            </a:solidFill>
            <a:prstDash val="solid"/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2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19B3-E733-0139-F7C3-27D4D422C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2E9B1-5E58-74D0-4BF7-43B0B158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93" y="365126"/>
            <a:ext cx="11253576" cy="491522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accent3"/>
                </a:solidFill>
              </a:rPr>
              <a:t>CI/CD for Enterprise Low-Code AI Agents |</a:t>
            </a:r>
            <a:r>
              <a:rPr lang="es-ES" sz="2000" dirty="0"/>
              <a:t>Why Maisa Needs CI/CD. The </a:t>
            </a:r>
            <a:r>
              <a:rPr lang="es-ES" sz="2000" dirty="0" err="1"/>
              <a:t>faster</a:t>
            </a:r>
            <a:r>
              <a:rPr lang="es-ES" sz="2000" dirty="0"/>
              <a:t> </a:t>
            </a:r>
            <a:r>
              <a:rPr lang="es-ES" sz="2000" dirty="0" err="1"/>
              <a:t>we</a:t>
            </a:r>
            <a:r>
              <a:rPr lang="es-ES" sz="2000" dirty="0"/>
              <a:t> </a:t>
            </a:r>
            <a:r>
              <a:rPr lang="es-ES" sz="2000" dirty="0" err="1"/>
              <a:t>create</a:t>
            </a:r>
            <a:r>
              <a:rPr lang="es-ES" sz="2000" dirty="0"/>
              <a:t> </a:t>
            </a:r>
            <a:r>
              <a:rPr lang="es-ES" sz="2000" dirty="0" err="1"/>
              <a:t>agents</a:t>
            </a:r>
            <a:r>
              <a:rPr lang="es-ES" sz="2000" dirty="0"/>
              <a:t>, </a:t>
            </a:r>
            <a:r>
              <a:rPr lang="es-ES" sz="2000" dirty="0" err="1"/>
              <a:t>the</a:t>
            </a:r>
            <a:r>
              <a:rPr lang="es-ES" sz="2000" dirty="0"/>
              <a:t> more </a:t>
            </a:r>
            <a:r>
              <a:rPr lang="es-ES" sz="2000" dirty="0" err="1"/>
              <a:t>important</a:t>
            </a:r>
            <a:r>
              <a:rPr lang="es-ES" sz="2000" dirty="0"/>
              <a:t> </a:t>
            </a:r>
            <a:r>
              <a:rPr lang="es-ES" sz="2000" dirty="0" err="1"/>
              <a:t>deployment</a:t>
            </a:r>
            <a:r>
              <a:rPr lang="es-ES" sz="2000" dirty="0"/>
              <a:t> </a:t>
            </a:r>
            <a:r>
              <a:rPr lang="es-ES" sz="2000" dirty="0" err="1"/>
              <a:t>governance</a:t>
            </a:r>
            <a:r>
              <a:rPr lang="es-ES" sz="2000" dirty="0"/>
              <a:t> </a:t>
            </a:r>
            <a:r>
              <a:rPr lang="es-ES" sz="2000" dirty="0" err="1"/>
              <a:t>becomes</a:t>
            </a:r>
            <a:r>
              <a:rPr lang="es-ES" sz="2000" dirty="0"/>
              <a:t>.</a:t>
            </a:r>
            <a:br>
              <a:rPr lang="es-ES" sz="2000" dirty="0"/>
            </a:br>
            <a:endParaRPr lang="en-US" sz="2000" noProof="0" dirty="0">
              <a:latin typeface="+mj-lt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4E1B5D-424F-6DE8-7931-C8970C187627}"/>
              </a:ext>
            </a:extLst>
          </p:cNvPr>
          <p:cNvSpPr/>
          <p:nvPr/>
        </p:nvSpPr>
        <p:spPr>
          <a:xfrm>
            <a:off x="5171970" y="75105"/>
            <a:ext cx="1008000" cy="211626"/>
          </a:xfrm>
          <a:prstGeom prst="rect">
            <a:avLst/>
          </a:prstGeom>
          <a:solidFill>
            <a:schemeClr val="dk2"/>
          </a:solidFill>
          <a:ln w="9525" cap="flat" cmpd="sng">
            <a:noFill/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SzPts val="1400"/>
            </a:pPr>
            <a:r>
              <a:rPr lang="en-US" sz="1200" b="1" noProof="0">
                <a:solidFill>
                  <a:schemeClr val="bg1"/>
                </a:solidFill>
              </a:rPr>
              <a:t>DRAFT</a:t>
            </a:r>
            <a:endParaRPr lang="en-US" sz="1200" b="1" noProof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D1422-1042-D381-447B-D26B262325AB}"/>
              </a:ext>
            </a:extLst>
          </p:cNvPr>
          <p:cNvSpPr txBox="1">
            <a:spLocks/>
          </p:cNvSpPr>
          <p:nvPr/>
        </p:nvSpPr>
        <p:spPr>
          <a:xfrm>
            <a:off x="134754" y="17538"/>
            <a:ext cx="10741347" cy="34964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Trebuchet MS" panose="020B0603020202020204" pitchFamily="34" charset="0"/>
              <a:buChar char="–"/>
              <a:defRPr lang="en-US" sz="12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kern="120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16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EB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5400" kern="1200" baseline="0" smtClean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EB0000"/>
              </a:buClr>
              <a:buFont typeface="Arial" panose="020B0604020202020204" pitchFamily="34" charset="0"/>
              <a:buChar char="​"/>
              <a:defRPr lang="en-US" sz="2400" kern="1200" baseline="0" dirty="0">
                <a:solidFill>
                  <a:srgbClr val="EB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lang="en-US" sz="1600" noProof="0">
                <a:solidFill>
                  <a:srgbClr val="EB0000"/>
                </a:solidFill>
              </a:rPr>
              <a:t>Taxonomy</a:t>
            </a:r>
            <a:endParaRPr lang="en-US" sz="1100" noProof="0"/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019E5DFB-B2D8-5576-739B-B441D787BC1B}"/>
              </a:ext>
            </a:extLst>
          </p:cNvPr>
          <p:cNvSpPr txBox="1"/>
          <p:nvPr/>
        </p:nvSpPr>
        <p:spPr>
          <a:xfrm>
            <a:off x="8363415" y="-80288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3002491D-E70C-CC0E-8F25-D7E7C4C445B1}"/>
              </a:ext>
            </a:extLst>
          </p:cNvPr>
          <p:cNvSpPr txBox="1"/>
          <p:nvPr/>
        </p:nvSpPr>
        <p:spPr>
          <a:xfrm>
            <a:off x="8218449" y="-847493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>
              <a:solidFill>
                <a:srgbClr val="000000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E5DD18A-B97A-E0E2-2F3E-A9A62995A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264022"/>
              </p:ext>
            </p:extLst>
          </p:nvPr>
        </p:nvGraphicFramePr>
        <p:xfrm>
          <a:off x="363993" y="856648"/>
          <a:ext cx="9933371" cy="559317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65499">
                  <a:extLst>
                    <a:ext uri="{9D8B030D-6E8A-4147-A177-3AD203B41FA5}">
                      <a16:colId xmlns:a16="http://schemas.microsoft.com/office/drawing/2014/main" val="4156659109"/>
                    </a:ext>
                  </a:extLst>
                </a:gridCol>
                <a:gridCol w="2213136">
                  <a:extLst>
                    <a:ext uri="{9D8B030D-6E8A-4147-A177-3AD203B41FA5}">
                      <a16:colId xmlns:a16="http://schemas.microsoft.com/office/drawing/2014/main" val="3212656291"/>
                    </a:ext>
                  </a:extLst>
                </a:gridCol>
                <a:gridCol w="2927368">
                  <a:extLst>
                    <a:ext uri="{9D8B030D-6E8A-4147-A177-3AD203B41FA5}">
                      <a16:colId xmlns:a16="http://schemas.microsoft.com/office/drawing/2014/main" val="4115904131"/>
                    </a:ext>
                  </a:extLst>
                </a:gridCol>
                <a:gridCol w="2927368">
                  <a:extLst>
                    <a:ext uri="{9D8B030D-6E8A-4147-A177-3AD203B41FA5}">
                      <a16:colId xmlns:a16="http://schemas.microsoft.com/office/drawing/2014/main" val="187810216"/>
                    </a:ext>
                  </a:extLst>
                </a:gridCol>
              </a:tblGrid>
              <a:tr h="25451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Current Problem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99150"/>
                  </a:ext>
                </a:extLst>
              </a:tr>
              <a:tr h="240374">
                <a:tc v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noProof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Current Risk / Impact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CI/CD Solution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Expected Outcome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490411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Unmanaged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workers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in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Production</a:t>
                      </a:r>
                      <a:endParaRPr lang="es-ES" sz="1100" b="0" i="0" u="none" strike="noStrike" kern="1200" cap="none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No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visibility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of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what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is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deployed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in PROD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/>
                        <a:t>Version-controlled deployments (Git + release tracking)</a:t>
                      </a:r>
                      <a:endParaRPr lang="es-ES" sz="90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Full traceability of deployed workers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2910372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Manual deployments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Nobody knows exactly what changed or when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/>
                        <a:t>Automated deployment pipelines</a:t>
                      </a:r>
                      <a:endParaRPr lang="es-ES" sz="90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Repeatable and auditable deployments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9945166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PRE and PROD running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different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Maisa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versions</a:t>
                      </a:r>
                      <a:endParaRPr lang="es-ES" sz="1100" b="0" i="0" u="none" strike="noStrike" kern="1200" cap="none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Workers may fail after deployment due to platform incompatibilities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 dirty="0" err="1"/>
                        <a:t>Environment</a:t>
                      </a:r>
                      <a:r>
                        <a:rPr lang="es-ES" sz="900" b="1" dirty="0"/>
                        <a:t> </a:t>
                      </a:r>
                      <a:r>
                        <a:rPr lang="es-ES" sz="900" b="1" dirty="0" err="1"/>
                        <a:t>compatibility</a:t>
                      </a:r>
                      <a:r>
                        <a:rPr lang="es-ES" sz="900" b="1" dirty="0"/>
                        <a:t> </a:t>
                      </a:r>
                      <a:r>
                        <a:rPr lang="es-ES" sz="900" b="1" dirty="0" err="1"/>
                        <a:t>validation</a:t>
                      </a:r>
                      <a:r>
                        <a:rPr lang="es-ES" sz="900" b="1" dirty="0"/>
                        <a:t> </a:t>
                      </a:r>
                      <a:r>
                        <a:rPr lang="es-ES" sz="900" b="1" dirty="0" err="1"/>
                        <a:t>before</a:t>
                      </a:r>
                      <a:r>
                        <a:rPr lang="es-ES" sz="900" b="1" dirty="0"/>
                        <a:t> </a:t>
                      </a:r>
                      <a:r>
                        <a:rPr lang="es-ES" sz="900" b="1" dirty="0" err="1"/>
                        <a:t>release</a:t>
                      </a:r>
                      <a:endParaRPr lang="es-ES" sz="900" dirty="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Safer promotion between environments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8522460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No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validation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of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agents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/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workers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/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prompts</a:t>
                      </a:r>
                      <a:endParaRPr lang="es-ES" sz="1100" b="0" i="0" u="none" strike="noStrike" kern="1200" cap="none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Errors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discovered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directly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in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Production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.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Differences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between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different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agents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with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the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same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prompt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.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 dirty="0" err="1"/>
                        <a:t>Automated</a:t>
                      </a:r>
                      <a:r>
                        <a:rPr lang="es-ES" sz="900" b="1" dirty="0"/>
                        <a:t> </a:t>
                      </a:r>
                      <a:r>
                        <a:rPr lang="es-ES" sz="900" b="1" dirty="0" err="1"/>
                        <a:t>validation</a:t>
                      </a:r>
                      <a:r>
                        <a:rPr lang="es-ES" sz="900" b="1" dirty="0"/>
                        <a:t> + </a:t>
                      </a:r>
                      <a:r>
                        <a:rPr lang="es-ES" sz="900" b="1" dirty="0" err="1"/>
                        <a:t>black</a:t>
                      </a:r>
                      <a:r>
                        <a:rPr lang="es-ES" sz="900" b="1" dirty="0"/>
                        <a:t>-box </a:t>
                      </a:r>
                      <a:r>
                        <a:rPr lang="es-ES" sz="900" b="1" dirty="0" err="1"/>
                        <a:t>testing</a:t>
                      </a:r>
                      <a:endParaRPr lang="es-ES" sz="900" dirty="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Fewer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production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incidents</a:t>
                      </a:r>
                      <a:endParaRPr lang="es-ES" sz="9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1367000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Ungoverned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versioning</a:t>
                      </a:r>
                      <a:endParaRPr lang="es-ES" sz="1100" b="0" i="0" u="none" strike="noStrike" kern="1200" cap="none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Difficult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rollback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and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unclear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ownership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of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changes</a:t>
                      </a:r>
                      <a:endParaRPr lang="es-ES" sz="9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/>
                        <a:t>Controlled versioning and release management</a:t>
                      </a:r>
                      <a:endParaRPr lang="es-ES" sz="90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Reliable rollback and full change history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83375382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No controlled movement between environments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Non-audited and unsecured deployments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/>
                        <a:t>Approval gates + secure environment promotion</a:t>
                      </a:r>
                      <a:endParaRPr lang="es-ES" sz="90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Governed and secure releases</a:t>
                      </a: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3971490"/>
                  </a:ext>
                </a:extLst>
              </a:tr>
              <a:tr h="722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300+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agents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cannot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be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managed</a:t>
                      </a:r>
                      <a:r>
                        <a:rPr lang="es-ES" sz="1100" b="0" i="0" u="none" strike="noStrike" kern="1200" cap="none" dirty="0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1100" b="0" i="0" u="none" strike="noStrike" kern="1200" cap="none" dirty="0" err="1">
                          <a:solidFill>
                            <a:schemeClr val="accent6"/>
                          </a:solidFill>
                          <a:latin typeface="+mn-lt"/>
                          <a:ea typeface="Lato"/>
                          <a:cs typeface="Lato"/>
                        </a:rPr>
                        <a:t>manually</a:t>
                      </a:r>
                      <a:endParaRPr lang="es-ES" sz="1100" b="0" i="0" u="none" strike="noStrike" kern="1200" cap="none" dirty="0">
                        <a:solidFill>
                          <a:schemeClr val="accent6"/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Operational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bottleneck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and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high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dependency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on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experts</a:t>
                      </a:r>
                      <a:endParaRPr lang="es-ES" sz="9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1" dirty="0" err="1"/>
                        <a:t>Standardized</a:t>
                      </a:r>
                      <a:r>
                        <a:rPr lang="es-ES" sz="900" b="1" dirty="0"/>
                        <a:t> CI/CD </a:t>
                      </a:r>
                      <a:r>
                        <a:rPr lang="es-ES" sz="900" b="1" dirty="0" err="1"/>
                        <a:t>lifecycle</a:t>
                      </a:r>
                      <a:endParaRPr lang="es-ES" sz="900" dirty="0"/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Scalable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agent</a:t>
                      </a:r>
                      <a:r>
                        <a:rPr lang="es-ES" sz="9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 </a:t>
                      </a:r>
                      <a:r>
                        <a:rPr lang="es-ES" sz="900" b="0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Lato"/>
                          <a:cs typeface="Lato"/>
                        </a:rPr>
                        <a:t>operations</a:t>
                      </a:r>
                      <a:endParaRPr lang="es-ES" sz="9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Lato"/>
                        <a:cs typeface="Lato"/>
                      </a:endParaRPr>
                    </a:p>
                  </a:txBody>
                  <a:tcPr marL="62767" marR="62767" marT="31384" marB="3138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244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365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E8D9090-CBBB-4050-8367-D01DB0ADCE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70527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E8D9090-CBBB-4050-8367-D01DB0ADCE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683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4376E-4A92-372D-7337-EFC741AD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7655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LANGUAGE_ID" val="1033"/>
  <p:tag name="EE4P_MASTERWIZARD_MARGINS" val="0"/>
  <p:tag name="EE4P_STYLE_NAME" val="Santander Grid_v2 16:9"/>
  <p:tag name="EE4P_STYLE_ID" val="QSV7VhCw"/>
  <p:tag name="EE4P_MASTERWIZARD_DRAFT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YjDp_gQpGci3h5.mPUe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ntander Grid_v2 16:9 - 18899">
  <a:themeElements>
    <a:clrScheme name="Grid Based Theme Color">
      <a:dk1>
        <a:srgbClr val="000000"/>
      </a:dk1>
      <a:lt1>
        <a:srgbClr val="FFFFFF"/>
      </a:lt1>
      <a:dk2>
        <a:srgbClr val="EB0000"/>
      </a:dk2>
      <a:lt2>
        <a:srgbClr val="F2F2F2"/>
      </a:lt2>
      <a:accent1>
        <a:srgbClr val="750000"/>
      </a:accent1>
      <a:accent2>
        <a:srgbClr val="9A0000"/>
      </a:accent2>
      <a:accent3>
        <a:srgbClr val="FFCB32"/>
      </a:accent3>
      <a:accent4>
        <a:srgbClr val="FF5D5D"/>
      </a:accent4>
      <a:accent5>
        <a:srgbClr val="BFBFBF"/>
      </a:accent5>
      <a:accent6>
        <a:srgbClr val="1AB2BB"/>
      </a:accent6>
      <a:hlink>
        <a:srgbClr val="3265FF"/>
      </a:hlink>
      <a:folHlink>
        <a:srgbClr val="954F72"/>
      </a:folHlink>
    </a:clrScheme>
    <a:fontScheme name="Theme Font">
      <a:majorFont>
        <a:latin typeface="Santander Headline"/>
        <a:ea typeface=""/>
        <a:cs typeface=""/>
      </a:majorFont>
      <a:minorFont>
        <a:latin typeface="Santander Headline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0000"/>
        </a:solidFill>
        <a:ln w="9525" cap="rnd" cmpd="sng" algn="ctr">
          <a:solidFill>
            <a:srgbClr val="EB0000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Santander Grid_v2 16:9 - 18899">
  <a:themeElements>
    <a:clrScheme name="Grid Based Theme Color">
      <a:dk1>
        <a:srgbClr val="000000"/>
      </a:dk1>
      <a:lt1>
        <a:srgbClr val="FFFFFF"/>
      </a:lt1>
      <a:dk2>
        <a:srgbClr val="EB0000"/>
      </a:dk2>
      <a:lt2>
        <a:srgbClr val="F2F2F2"/>
      </a:lt2>
      <a:accent1>
        <a:srgbClr val="750000"/>
      </a:accent1>
      <a:accent2>
        <a:srgbClr val="9A0000"/>
      </a:accent2>
      <a:accent3>
        <a:srgbClr val="FFCB32"/>
      </a:accent3>
      <a:accent4>
        <a:srgbClr val="FF5D5D"/>
      </a:accent4>
      <a:accent5>
        <a:srgbClr val="BFBFBF"/>
      </a:accent5>
      <a:accent6>
        <a:srgbClr val="1AB2BB"/>
      </a:accent6>
      <a:hlink>
        <a:srgbClr val="3265FF"/>
      </a:hlink>
      <a:folHlink>
        <a:srgbClr val="954F72"/>
      </a:folHlink>
    </a:clrScheme>
    <a:fontScheme name="Theme Font">
      <a:majorFont>
        <a:latin typeface="Santander Headline"/>
        <a:ea typeface=""/>
        <a:cs typeface=""/>
      </a:majorFont>
      <a:minorFont>
        <a:latin typeface="Santander Headline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B0000"/>
        </a:solidFill>
        <a:ln w="9525" cap="rnd" cmpd="sng" algn="ctr">
          <a:solidFill>
            <a:srgbClr val="EB0000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3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B28663D164F541A9689950BF5C91E5" ma:contentTypeVersion="13" ma:contentTypeDescription="Create a new document." ma:contentTypeScope="" ma:versionID="bec3bd9f70e2845f891e317abce407d2">
  <xsd:schema xmlns:xsd="http://www.w3.org/2001/XMLSchema" xmlns:xs="http://www.w3.org/2001/XMLSchema" xmlns:p="http://schemas.microsoft.com/office/2006/metadata/properties" xmlns:ns2="c78247f0-4a2e-4ac1-a30d-fa08da0b19a0" xmlns:ns3="8ccb5962-013f-4508-9fb0-f76eb466a641" targetNamespace="http://schemas.microsoft.com/office/2006/metadata/properties" ma:root="true" ma:fieldsID="5309c20e146d994d7887e5e4cd253a34" ns2:_="" ns3:_="">
    <xsd:import namespace="c78247f0-4a2e-4ac1-a30d-fa08da0b19a0"/>
    <xsd:import namespace="8ccb5962-013f-4508-9fb0-f76eb466a6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247f0-4a2e-4ac1-a30d-fa08da0b19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1edaf98-933d-48b7-9af8-6bdbb703d0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cb5962-013f-4508-9fb0-f76eb466a64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fb2b0ca-4cd7-4017-95cb-7cfddf64963a}" ma:internalName="TaxCatchAll" ma:showField="CatchAllData" ma:web="8ccb5962-013f-4508-9fb0-f76eb466a6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ccb5962-013f-4508-9fb0-f76eb466a641" xsi:nil="true"/>
    <lcf76f155ced4ddcb4097134ff3c332f xmlns="c78247f0-4a2e-4ac1-a30d-fa08da0b19a0">
      <Terms xmlns="http://schemas.microsoft.com/office/infopath/2007/PartnerControls"/>
    </lcf76f155ced4ddcb4097134ff3c332f>
    <SharedWithUsers xmlns="8ccb5962-013f-4508-9fb0-f76eb466a641">
      <UserInfo>
        <DisplayName>Carlos Martinez Alandes</DisplayName>
        <AccountId>498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4C95F5-52BB-474F-8851-252353D5C0CC}">
  <ds:schemaRefs>
    <ds:schemaRef ds:uri="8ccb5962-013f-4508-9fb0-f76eb466a641"/>
    <ds:schemaRef ds:uri="c78247f0-4a2e-4ac1-a30d-fa08da0b19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70ABEBA-89CC-47B3-83C7-AE4BDA686D73}">
  <ds:schemaRefs>
    <ds:schemaRef ds:uri="8ccb5962-013f-4508-9fb0-f76eb466a641"/>
    <ds:schemaRef ds:uri="c78247f0-4a2e-4ac1-a30d-fa08da0b19a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9017D7-9EDB-4EF8-B755-773145029E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1149</TotalTime>
  <Words>957</Words>
  <Application>Microsoft Macintosh PowerPoint</Application>
  <PresentationFormat>Panorámica</PresentationFormat>
  <Paragraphs>184</Paragraphs>
  <Slides>8</Slides>
  <Notes>5</Notes>
  <HiddenSlides>0</HiddenSlides>
  <MMClips>0</MMClips>
  <ScaleCrop>false</ScaleCrop>
  <HeadingPairs>
    <vt:vector size="10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  <vt:variant>
        <vt:lpstr>Presentaciones personalizadas</vt:lpstr>
      </vt:variant>
      <vt:variant>
        <vt:i4>1</vt:i4>
      </vt:variant>
    </vt:vector>
  </HeadingPairs>
  <TitlesOfParts>
    <vt:vector size="18" baseType="lpstr">
      <vt:lpstr>Arial</vt:lpstr>
      <vt:lpstr>Calibri</vt:lpstr>
      <vt:lpstr>Open Sans</vt:lpstr>
      <vt:lpstr>Santander Headline</vt:lpstr>
      <vt:lpstr>Santander Text</vt:lpstr>
      <vt:lpstr>Trebuchet MS</vt:lpstr>
      <vt:lpstr>Santander Grid_v2 16:9 - 18899</vt:lpstr>
      <vt:lpstr>Santander Grid_v2 16:9 - 18899</vt:lpstr>
      <vt:lpstr>think-cell Slide</vt:lpstr>
      <vt:lpstr>CI/CD for Enterprise Low-Code AI Agents </vt:lpstr>
      <vt:lpstr>CI/CD for Enterprise Low-Code AI Agents |Why Maisa Needs CI/CD. The faster we create agents, the more important deployment governance becomes. </vt:lpstr>
      <vt:lpstr>CI/CD for Enterprise Low-Code AI Agents |Why Maisa Needs CI/CD. The faster we create agents, the more important deployment governance becomes. </vt:lpstr>
      <vt:lpstr>CI/CD for Enterprise Low-Code AI Agents |Why Maisa Needs CI/CD. The faster we create agents, the more important deployment governance becomes. </vt:lpstr>
      <vt:lpstr>CI/CD for Enterprise Low-Code AI Agents |Proposed CI/CD Architecture</vt:lpstr>
      <vt:lpstr>CI/CD for Enterprise Low-Code AI Agents |Why Maisa Needs CI/CD. The faster we create agents, the more important deployment governance becomes. </vt:lpstr>
      <vt:lpstr>Presentación de PowerPoint</vt:lpstr>
      <vt:lpstr>Presentación de PowerPoint</vt:lpstr>
      <vt:lpstr>Format Guide Workshop</vt:lpstr>
    </vt:vector>
  </TitlesOfParts>
  <Company>The Boston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 Boston Consulting Group</dc:creator>
  <cp:lastModifiedBy>Manero Gutiérrez, Alejandro</cp:lastModifiedBy>
  <cp:revision>6</cp:revision>
  <cp:lastPrinted>2016-04-06T18:59:25Z</cp:lastPrinted>
  <dcterms:created xsi:type="dcterms:W3CDTF">2016-11-04T11:46:04Z</dcterms:created>
  <dcterms:modified xsi:type="dcterms:W3CDTF">2026-05-22T07:52:57Z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MSIP_Label_b0d5c4f4-7a29-4385-b7a5-afbe2154ae6f_Enabled">
    <vt:lpwstr>true</vt:lpwstr>
  </property>
  <property fmtid="{D5CDD505-2E9C-101B-9397-08002B2CF9AE}" pid="8" name="MSIP_Label_b0d5c4f4-7a29-4385-b7a5-afbe2154ae6f_SetDate">
    <vt:lpwstr>2023-09-29T12:54:59Z</vt:lpwstr>
  </property>
  <property fmtid="{D5CDD505-2E9C-101B-9397-08002B2CF9AE}" pid="9" name="MSIP_Label_b0d5c4f4-7a29-4385-b7a5-afbe2154ae6f_Method">
    <vt:lpwstr>Standard</vt:lpwstr>
  </property>
  <property fmtid="{D5CDD505-2E9C-101B-9397-08002B2CF9AE}" pid="10" name="MSIP_Label_b0d5c4f4-7a29-4385-b7a5-afbe2154ae6f_Name">
    <vt:lpwstr>Confidential</vt:lpwstr>
  </property>
  <property fmtid="{D5CDD505-2E9C-101B-9397-08002B2CF9AE}" pid="11" name="MSIP_Label_b0d5c4f4-7a29-4385-b7a5-afbe2154ae6f_SiteId">
    <vt:lpwstr>2dfb2f0b-4d21-4268-9559-72926144c918</vt:lpwstr>
  </property>
  <property fmtid="{D5CDD505-2E9C-101B-9397-08002B2CF9AE}" pid="12" name="MSIP_Label_b0d5c4f4-7a29-4385-b7a5-afbe2154ae6f_ActionId">
    <vt:lpwstr>3692d404-1d78-4418-b91e-159b5a5789ea</vt:lpwstr>
  </property>
  <property fmtid="{D5CDD505-2E9C-101B-9397-08002B2CF9AE}" pid="13" name="MSIP_Label_b0d5c4f4-7a29-4385-b7a5-afbe2154ae6f_ContentBits">
    <vt:lpwstr>0</vt:lpwstr>
  </property>
  <property fmtid="{D5CDD505-2E9C-101B-9397-08002B2CF9AE}" pid="14" name="ContentTypeId">
    <vt:lpwstr>0x01010052B28663D164F541A9689950BF5C91E5</vt:lpwstr>
  </property>
  <property fmtid="{D5CDD505-2E9C-101B-9397-08002B2CF9AE}" pid="15" name="MediaServiceImageTags">
    <vt:lpwstr/>
  </property>
</Properties>
</file>