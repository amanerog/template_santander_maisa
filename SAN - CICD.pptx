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theme/theme2.xml" ContentType="application/vnd.openxmlformats-officedocument.theme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150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51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5117" r:id="rId4"/>
    <p:sldMasterId id="2147485189" r:id="rId5"/>
  </p:sldMasterIdLst>
  <p:notesMasterIdLst>
    <p:notesMasterId r:id="rId16"/>
  </p:notesMasterIdLst>
  <p:handoutMasterIdLst>
    <p:handoutMasterId r:id="rId17"/>
  </p:handoutMasterIdLst>
  <p:sldIdLst>
    <p:sldId id="276" r:id="rId6"/>
    <p:sldId id="2147480382" r:id="rId7"/>
    <p:sldId id="267" r:id="rId8"/>
    <p:sldId id="299" r:id="rId9"/>
    <p:sldId id="2147480378" r:id="rId10"/>
    <p:sldId id="2147480384" r:id="rId11"/>
    <p:sldId id="2147480385" r:id="rId12"/>
    <p:sldId id="2147480386" r:id="rId13"/>
    <p:sldId id="279" r:id="rId14"/>
    <p:sldId id="2147480370" r:id="rId15"/>
  </p:sldIdLst>
  <p:sldSz cx="12192000" cy="6858000"/>
  <p:notesSz cx="6950075" cy="9236075"/>
  <p:custShowLst>
    <p:custShow name="Format Guide Workshop" id="0">
      <p:sldLst/>
    </p:custShow>
  </p:custShowLst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7158C909-4908-3E4C-916D-5FB90076492E}">
          <p14:sldIdLst>
            <p14:sldId id="276"/>
            <p14:sldId id="2147480382"/>
            <p14:sldId id="267"/>
            <p14:sldId id="299"/>
            <p14:sldId id="2147480378"/>
            <p14:sldId id="2147480384"/>
            <p14:sldId id="2147480385"/>
            <p14:sldId id="2147480386"/>
          </p14:sldIdLst>
        </p14:section>
        <p14:section name="Annexes" id="{1600A9FF-2DBE-0043-8E01-1E99EF15D531}">
          <p14:sldIdLst>
            <p14:sldId id="279"/>
          </p14:sldIdLst>
        </p14:section>
        <p14:section name="Unused slides" id="{744CD2CF-1CFD-A542-831C-CA43A69D2FBB}">
          <p14:sldIdLst>
            <p14:sldId id="21474803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0000"/>
    <a:srgbClr val="F2F2F2"/>
    <a:srgbClr val="F3FD95"/>
    <a:srgbClr val="FCE5E0"/>
    <a:srgbClr val="F59D8B"/>
    <a:srgbClr val="F16F55"/>
    <a:srgbClr val="FF6600"/>
    <a:srgbClr val="CDDB70"/>
    <a:srgbClr val="00B050"/>
    <a:srgbClr val="FCE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68"/>
    <p:restoredTop sz="96282"/>
  </p:normalViewPr>
  <p:slideViewPr>
    <p:cSldViewPr snapToGrid="0">
      <p:cViewPr>
        <p:scale>
          <a:sx n="117" d="100"/>
          <a:sy n="117" d="100"/>
        </p:scale>
        <p:origin x="808" y="3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sz="80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6770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57691E93-EF64-46CC-85E2-BBB5BEDB9501}" type="datetimeFigureOut">
              <a:rPr lang="en-US" sz="800"/>
              <a:t>6/23/26</a:t>
            </a:fld>
            <a:endParaRPr lang="en-US" sz="80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sz="8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6770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3DCECA85-2A7A-423F-89EA-6868CB52DF19}" type="slidenum">
              <a:rPr lang="en-US" sz="800"/>
              <a:t>‹Nº›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70937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0" y="4410720"/>
            <a:ext cx="6948467" cy="48253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2492" tIns="46246" rIns="92492" bIns="46246" rtlCol="0" anchor="ctr"/>
          <a:lstStyle/>
          <a:p>
            <a:pPr algn="ctr"/>
            <a:endParaRPr lang="en-US">
              <a:latin typeface="+mn-lt"/>
              <a:ea typeface="+mn-ea"/>
              <a:cs typeface="+mn-cs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82427" y="3"/>
            <a:ext cx="2929274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400"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6103" y="575009"/>
            <a:ext cx="6620256" cy="3724113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txBody>
          <a:bodyPr vert="horz" lIns="92492" tIns="46246" rIns="92492" bIns="46246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82427" y="8744096"/>
            <a:ext cx="2929274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400"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70" y="8744096"/>
            <a:ext cx="2919957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400"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59519" y="4714653"/>
            <a:ext cx="6413424" cy="3768947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n-lt"/>
                <a:ea typeface="+mn-ea"/>
                <a:cs typeface="+mn-cs"/>
              </a:defRPr>
            </a:lvl1pPr>
          </a:lstStyle>
          <a:p>
            <a:fld id="{F2C7CF5F-7CF3-4DF3-838A-EE34544862CC}" type="datetimeFigureOut">
              <a:rPr lang="en-US" smtClean="0"/>
              <a:pPr/>
              <a:t>6/23/26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36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600"/>
      </a:spcAft>
      <a:buFont typeface="Arial" panose="020B0604020202020204" pitchFamily="34" charset="0"/>
      <a:buChar char="​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1430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2286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435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58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000" i="1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10" userDrawn="1">
          <p15:clr>
            <a:srgbClr val="F26B43"/>
          </p15:clr>
        </p15:guide>
        <p15:guide id="2" pos="2189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55575" y="574675"/>
            <a:ext cx="6621463" cy="372427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ED875-7CA7-4683-B586-34E1A4A09D12}" type="slidenum">
              <a:rPr lang="en-US" smtClean="0"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2571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B79BE-CF36-E822-1D7F-FAE2F0377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C09672-D506-12BA-B33F-62643D447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55575" y="574675"/>
            <a:ext cx="6621463" cy="3724275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32CDDD-9952-88C8-B75C-7EF2B5A4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4BD8A8-2802-C7A5-508F-147D8D33A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8704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55575" y="574675"/>
            <a:ext cx="6621463" cy="372427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55575" y="574675"/>
            <a:ext cx="6621463" cy="3724275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303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55575" y="574675"/>
            <a:ext cx="6621463" cy="372427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ED875-7CA7-4683-B586-34E1A4A09D1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32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8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8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5" Type="http://schemas.openxmlformats.org/officeDocument/2006/relationships/image" Target="../media/image9.svg"/><Relationship Id="rId4" Type="http://schemas.openxmlformats.org/officeDocument/2006/relationships/image" Target="../media/image8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6" Type="http://schemas.openxmlformats.org/officeDocument/2006/relationships/image" Target="../media/image9.svg"/><Relationship Id="rId5" Type="http://schemas.openxmlformats.org/officeDocument/2006/relationships/image" Target="../media/image15.png"/><Relationship Id="rId4" Type="http://schemas.openxmlformats.org/officeDocument/2006/relationships/image" Target="../media/image1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8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6" Type="http://schemas.openxmlformats.org/officeDocument/2006/relationships/image" Target="../media/image10.svg"/><Relationship Id="rId5" Type="http://schemas.openxmlformats.org/officeDocument/2006/relationships/image" Target="../media/image16.png"/><Relationship Id="rId4" Type="http://schemas.openxmlformats.org/officeDocument/2006/relationships/image" Target="../media/image1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8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8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9.xml"/><Relationship Id="rId4" Type="http://schemas.openxmlformats.org/officeDocument/2006/relationships/image" Target="../media/image8.emf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8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1.xml"/><Relationship Id="rId4" Type="http://schemas.openxmlformats.org/officeDocument/2006/relationships/image" Target="../media/image8.emf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image" Target="../media/image4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30.bin"/><Relationship Id="rId9" Type="http://schemas.openxmlformats.org/officeDocument/2006/relationships/image" Target="../media/image7.sv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4.xml"/><Relationship Id="rId4" Type="http://schemas.openxmlformats.org/officeDocument/2006/relationships/image" Target="../media/image8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5.xml"/><Relationship Id="rId4" Type="http://schemas.openxmlformats.org/officeDocument/2006/relationships/image" Target="../media/image8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6.xml"/><Relationship Id="rId5" Type="http://schemas.openxmlformats.org/officeDocument/2006/relationships/image" Target="../media/image9.svg"/><Relationship Id="rId4" Type="http://schemas.openxmlformats.org/officeDocument/2006/relationships/image" Target="../media/image8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7.xml"/><Relationship Id="rId4" Type="http://schemas.openxmlformats.org/officeDocument/2006/relationships/image" Target="../media/image8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8.xml"/><Relationship Id="rId4" Type="http://schemas.openxmlformats.org/officeDocument/2006/relationships/image" Target="../media/image8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9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0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1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2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3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4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5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6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14.emf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7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8.xml"/><Relationship Id="rId6" Type="http://schemas.openxmlformats.org/officeDocument/2006/relationships/image" Target="../media/image9.sv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9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0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1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2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3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4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5.xml"/><Relationship Id="rId4" Type="http://schemas.openxmlformats.org/officeDocument/2006/relationships/image" Target="../media/image8.emf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6.xml"/><Relationship Id="rId6" Type="http://schemas.openxmlformats.org/officeDocument/2006/relationships/image" Target="../media/image10.svg"/><Relationship Id="rId5" Type="http://schemas.openxmlformats.org/officeDocument/2006/relationships/image" Target="../media/image16.png"/><Relationship Id="rId4" Type="http://schemas.openxmlformats.org/officeDocument/2006/relationships/image" Target="../media/image3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7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8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9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0.xml"/><Relationship Id="rId4" Type="http://schemas.openxmlformats.org/officeDocument/2006/relationships/image" Target="../media/image8.emf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1.xml"/><Relationship Id="rId4" Type="http://schemas.openxmlformats.org/officeDocument/2006/relationships/image" Target="../media/image8.emf"/></Relationships>
</file>

<file path=ppt/slideLayouts/_rels/slideLayout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59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3.xml"/><Relationship Id="rId4" Type="http://schemas.openxmlformats.org/officeDocument/2006/relationships/image" Target="../media/image8.emf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image" Target="../media/image10.svg"/><Relationship Id="rId5" Type="http://schemas.openxmlformats.org/officeDocument/2006/relationships/image" Target="../media/image1.emf"/><Relationship Id="rId4" Type="http://schemas.openxmlformats.org/officeDocument/2006/relationships/oleObject" Target="../embeddings/oleObject61.bin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6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7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8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5.bin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1.xml"/><Relationship Id="rId4" Type="http://schemas.openxmlformats.org/officeDocument/2006/relationships/image" Target="../media/image1.emf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2.xml"/><Relationship Id="rId4" Type="http://schemas.openxmlformats.org/officeDocument/2006/relationships/image" Target="../media/image1.emf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3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4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5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emf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2.xml"/><Relationship Id="rId7" Type="http://schemas.openxmlformats.org/officeDocument/2006/relationships/image" Target="../media/image5.png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6" Type="http://schemas.openxmlformats.org/officeDocument/2006/relationships/image" Target="../media/image4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72.bin"/><Relationship Id="rId9" Type="http://schemas.openxmlformats.org/officeDocument/2006/relationships/image" Target="../media/image7.sv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9.xml"/><Relationship Id="rId4" Type="http://schemas.openxmlformats.org/officeDocument/2006/relationships/image" Target="../media/image8.emf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0.xml"/><Relationship Id="rId4" Type="http://schemas.openxmlformats.org/officeDocument/2006/relationships/image" Target="../media/image8.emf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1.xml"/><Relationship Id="rId5" Type="http://schemas.openxmlformats.org/officeDocument/2006/relationships/image" Target="../media/image9.svg"/><Relationship Id="rId4" Type="http://schemas.openxmlformats.org/officeDocument/2006/relationships/image" Target="../media/image8.emf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2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3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4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5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6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7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8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9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0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1.xml"/><Relationship Id="rId6" Type="http://schemas.openxmlformats.org/officeDocument/2006/relationships/image" Target="../media/image9.svg"/><Relationship Id="rId5" Type="http://schemas.openxmlformats.org/officeDocument/2006/relationships/image" Target="../media/image15.png"/><Relationship Id="rId4" Type="http://schemas.openxmlformats.org/officeDocument/2006/relationships/image" Target="../media/image14.emf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2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3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4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5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6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7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8.xml"/><Relationship Id="rId4" Type="http://schemas.openxmlformats.org/officeDocument/2006/relationships/image" Target="../media/image8.emf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9.xml"/><Relationship Id="rId6" Type="http://schemas.openxmlformats.org/officeDocument/2006/relationships/image" Target="../media/image10.svg"/><Relationship Id="rId5" Type="http://schemas.openxmlformats.org/officeDocument/2006/relationships/image" Target="../media/image16.png"/><Relationship Id="rId4" Type="http://schemas.openxmlformats.org/officeDocument/2006/relationships/image" Target="../media/image14.emf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0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1.xml"/><Relationship Id="rId4" Type="http://schemas.openxmlformats.org/officeDocument/2006/relationships/image" Target="../media/image8.emf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2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3.xml"/><Relationship Id="rId4" Type="http://schemas.openxmlformats.org/officeDocument/2006/relationships/image" Target="../media/image8.emf"/></Relationships>
</file>

<file path=ppt/slideLayouts/_rels/slideLayout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98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Layouts/_rels/slideLayout10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5.xml"/><Relationship Id="rId4" Type="http://schemas.openxmlformats.org/officeDocument/2006/relationships/image" Target="../media/image8.emf"/></Relationships>
</file>

<file path=ppt/slideLayouts/_rels/slideLayout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2.xml"/><Relationship Id="rId7" Type="http://schemas.openxmlformats.org/officeDocument/2006/relationships/image" Target="../media/image5.png"/><Relationship Id="rId2" Type="http://schemas.openxmlformats.org/officeDocument/2006/relationships/tags" Target="../tags/tag107.xml"/><Relationship Id="rId1" Type="http://schemas.openxmlformats.org/officeDocument/2006/relationships/tags" Target="../tags/tag106.xml"/><Relationship Id="rId6" Type="http://schemas.openxmlformats.org/officeDocument/2006/relationships/image" Target="../media/image4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100.bin"/><Relationship Id="rId9" Type="http://schemas.openxmlformats.org/officeDocument/2006/relationships/image" Target="../media/image7.svg"/></Relationships>
</file>

<file path=ppt/slideLayouts/_rels/slideLayout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8.xml"/><Relationship Id="rId4" Type="http://schemas.openxmlformats.org/officeDocument/2006/relationships/image" Target="../media/image8.emf"/></Relationships>
</file>

<file path=ppt/slideLayouts/_rels/slideLayout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9.xml"/><Relationship Id="rId4" Type="http://schemas.openxmlformats.org/officeDocument/2006/relationships/image" Target="../media/image8.emf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0.xml"/><Relationship Id="rId5" Type="http://schemas.openxmlformats.org/officeDocument/2006/relationships/image" Target="../media/image9.svg"/><Relationship Id="rId4" Type="http://schemas.openxmlformats.org/officeDocument/2006/relationships/image" Target="../media/image8.emf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1.xml"/><Relationship Id="rId4" Type="http://schemas.openxmlformats.org/officeDocument/2006/relationships/image" Target="../media/image8.emf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2.xml"/><Relationship Id="rId4" Type="http://schemas.openxmlformats.org/officeDocument/2006/relationships/image" Target="../media/image8.emf"/></Relationships>
</file>

<file path=ppt/slideLayouts/_rels/slideLayout10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3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4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0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5.xml"/><Relationship Id="rId6" Type="http://schemas.openxmlformats.org/officeDocument/2006/relationships/image" Target="../media/image9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6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7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8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9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14.emf"/></Relationships>
</file>

<file path=ppt/slideLayouts/_rels/slideLayout1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0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1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1.xml"/><Relationship Id="rId6" Type="http://schemas.openxmlformats.org/officeDocument/2006/relationships/image" Target="../media/image9.sv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2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1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3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1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4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1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5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6.xml"/><Relationship Id="rId6" Type="http://schemas.openxmlformats.org/officeDocument/2006/relationships/image" Target="../media/image10.svg"/><Relationship Id="rId5" Type="http://schemas.openxmlformats.org/officeDocument/2006/relationships/image" Target="../media/image13.png"/><Relationship Id="rId4" Type="http://schemas.openxmlformats.org/officeDocument/2006/relationships/image" Target="../media/image8.emf"/></Relationships>
</file>

<file path=ppt/slideLayouts/_rels/slideLayout1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7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1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8.xml"/><Relationship Id="rId4" Type="http://schemas.openxmlformats.org/officeDocument/2006/relationships/image" Target="../media/image8.emf"/></Relationships>
</file>

<file path=ppt/slideLayouts/_rels/slideLayout1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9.xml"/><Relationship Id="rId6" Type="http://schemas.openxmlformats.org/officeDocument/2006/relationships/image" Target="../media/image10.svg"/><Relationship Id="rId5" Type="http://schemas.openxmlformats.org/officeDocument/2006/relationships/image" Target="../media/image16.png"/><Relationship Id="rId4" Type="http://schemas.openxmlformats.org/officeDocument/2006/relationships/image" Target="../media/image3.emf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0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1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1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8.emf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2.xml"/><Relationship Id="rId5" Type="http://schemas.openxmlformats.org/officeDocument/2006/relationships/image" Target="../media/image10.svg"/><Relationship Id="rId4" Type="http://schemas.openxmlformats.org/officeDocument/2006/relationships/image" Target="../media/image8.emf"/></Relationships>
</file>

<file path=ppt/slideLayouts/_rels/slideLayout1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3.xml"/><Relationship Id="rId4" Type="http://schemas.openxmlformats.org/officeDocument/2006/relationships/image" Target="../media/image8.emf"/></Relationships>
</file>

<file path=ppt/slideLayouts/_rels/slideLayout1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4.xml"/><Relationship Id="rId4" Type="http://schemas.openxmlformats.org/officeDocument/2006/relationships/image" Target="../media/image8.emf"/></Relationships>
</file>

<file path=ppt/slideLayouts/_rels/slideLayout1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128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1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6.xml"/><Relationship Id="rId4" Type="http://schemas.openxmlformats.org/officeDocument/2006/relationships/image" Target="../media/image8.emf"/></Relationships>
</file>

<file path=ppt/slideLayouts/_rels/slideLayout13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38.xml"/><Relationship Id="rId1" Type="http://schemas.openxmlformats.org/officeDocument/2006/relationships/tags" Target="../tags/tag137.xml"/><Relationship Id="rId6" Type="http://schemas.openxmlformats.org/officeDocument/2006/relationships/image" Target="../media/image10.sv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0.bin"/></Relationships>
</file>

<file path=ppt/slideLayouts/_rels/slideLayout1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9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Layouts/_rels/slideLayout1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0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Layouts/_rels/slideLayout1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1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Layouts/_rels/slideLayout1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43.xml"/><Relationship Id="rId1" Type="http://schemas.openxmlformats.org/officeDocument/2006/relationships/tags" Target="../tags/tag14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4.bin"/></Relationships>
</file>

<file path=ppt/slideLayouts/_rels/slideLayout1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4.xml"/><Relationship Id="rId4" Type="http://schemas.openxmlformats.org/officeDocument/2006/relationships/image" Target="../media/image1.emf"/></Relationships>
</file>

<file path=ppt/slideLayouts/_rels/slideLayout1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5.xml"/><Relationship Id="rId4" Type="http://schemas.openxmlformats.org/officeDocument/2006/relationships/image" Target="../media/image1.emf"/></Relationships>
</file>

<file path=ppt/slideLayouts/_rels/slideLayout1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6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1.emf"/></Relationships>
</file>

<file path=ppt/slideLayouts/_rels/slideLayout1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7.xml"/><Relationship Id="rId6" Type="http://schemas.openxmlformats.org/officeDocument/2006/relationships/image" Target="../media/image9.svg"/><Relationship Id="rId5" Type="http://schemas.openxmlformats.org/officeDocument/2006/relationships/image" Target="../media/image12.png"/><Relationship Id="rId4" Type="http://schemas.openxmlformats.org/officeDocument/2006/relationships/image" Target="../media/image1.emf"/></Relationships>
</file>

<file path=ppt/slideLayouts/_rels/slideLayout14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5" Type="http://schemas.openxmlformats.org/officeDocument/2006/relationships/image" Target="../media/image23.emf"/><Relationship Id="rId4" Type="http://schemas.openxmlformats.org/officeDocument/2006/relationships/oleObject" Target="../embeddings/oleObject139.bin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66344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84" imgH="384" progId="TCLayout.ActiveDocument.1">
                  <p:embed/>
                </p:oleObj>
              </mc:Choice>
              <mc:Fallback>
                <p:oleObj name="think-cell Slide" r:id="rId4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Forma libre: forma 18">
            <a:extLst>
              <a:ext uri="{FF2B5EF4-FFF2-40B4-BE49-F238E27FC236}">
                <a16:creationId xmlns:a16="http://schemas.microsoft.com/office/drawing/2014/main" id="{7FE308E0-D81F-4DB2-8F22-D6C937466584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7" name="Picture 2" descr="Resultado de imagen de DJSI Member Log">
            <a:extLst>
              <a:ext uri="{FF2B5EF4-FFF2-40B4-BE49-F238E27FC236}">
                <a16:creationId xmlns:a16="http://schemas.microsoft.com/office/drawing/2014/main" id="{17557D72-9B93-4AA2-8A14-2F1F3C2D63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upo 19">
            <a:extLst>
              <a:ext uri="{FF2B5EF4-FFF2-40B4-BE49-F238E27FC236}">
                <a16:creationId xmlns:a16="http://schemas.microsoft.com/office/drawing/2014/main" id="{196AAF2A-759F-4ED8-91EA-C09C2EE16E88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23" name="Imagen 21" descr="Imagen relacionada">
              <a:extLst>
                <a:ext uri="{FF2B5EF4-FFF2-40B4-BE49-F238E27FC236}">
                  <a16:creationId xmlns:a16="http://schemas.microsoft.com/office/drawing/2014/main" id="{09994C99-AF3A-43DF-B34D-9377C442FEA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Imagen 23" descr="Imagen relacionada">
              <a:extLst>
                <a:ext uri="{FF2B5EF4-FFF2-40B4-BE49-F238E27FC236}">
                  <a16:creationId xmlns:a16="http://schemas.microsoft.com/office/drawing/2014/main" id="{DDF514C2-91E9-4E60-9CDB-B206F0D352E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5" name="Forma libre: forma 30">
            <a:extLst>
              <a:ext uri="{FF2B5EF4-FFF2-40B4-BE49-F238E27FC236}">
                <a16:creationId xmlns:a16="http://schemas.microsoft.com/office/drawing/2014/main" id="{6B162926-3FE5-422F-82C4-76F34E02DEC1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28" name="Gráfico 11">
            <a:extLst>
              <a:ext uri="{FF2B5EF4-FFF2-40B4-BE49-F238E27FC236}">
                <a16:creationId xmlns:a16="http://schemas.microsoft.com/office/drawing/2014/main" id="{DAAB6F93-1958-433A-BDCF-4DA96052FB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  <p:sp>
        <p:nvSpPr>
          <p:cNvPr id="29" name="Title 1">
            <a:extLst>
              <a:ext uri="{FF2B5EF4-FFF2-40B4-BE49-F238E27FC236}">
                <a16:creationId xmlns:a16="http://schemas.microsoft.com/office/drawing/2014/main" id="{FE9EB4F3-84B8-41E9-8132-99B6FA2A777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ltGray">
          <a:xfrm>
            <a:off x="721745" y="1096485"/>
            <a:ext cx="4934308" cy="1407004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>
            <a:lvl1pPr algn="l">
              <a:lnSpc>
                <a:spcPct val="93000"/>
              </a:lnSpc>
              <a:defRPr sz="4600" baseline="0">
                <a:solidFill>
                  <a:srgbClr val="FF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Title in Title Case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D97D63B5-0C6E-4716-876F-5CEB9F8999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724620" y="2722142"/>
            <a:ext cx="4934309" cy="243645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in sentence case</a:t>
            </a:r>
          </a:p>
        </p:txBody>
      </p:sp>
    </p:spTree>
    <p:extLst>
      <p:ext uri="{BB962C8B-B14F-4D97-AF65-F5344CB8AC3E}">
        <p14:creationId xmlns:p14="http://schemas.microsoft.com/office/powerpoint/2010/main" val="1515183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F3400958-F1B6-486E-B971-EBA46AAAC5B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01109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F3400958-F1B6-486E-B971-EBA46AAAC5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F595605-927E-4A98-B6EC-DBE34A519D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165731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AD25079-A4AF-4400-A203-42E466D9F08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041376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AD25079-A4AF-4400-A203-42E466D9F0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FCE4FFF-81B3-4CDA-B0A1-3363FFB22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F54B2F8-C51F-4566-BAC0-8A0C8E5754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" y="2075543"/>
            <a:ext cx="11263080" cy="40798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>
                <a:latin typeface="+mn-lt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>
                <a:latin typeface="+mn-lt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535146A9-55D9-479F-B88D-DF8164B1E4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273000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D3B9CCE-C23C-4B5C-B0A0-EF07764266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67145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D3B9CCE-C23C-4B5C-B0A0-EF07764266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363993" y="1544274"/>
            <a:ext cx="3718407" cy="1495794"/>
          </a:xfrm>
        </p:spPr>
        <p:txBody>
          <a:bodyPr vert="horz" wrap="square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6" name="Gráfico 10">
            <a:extLst>
              <a:ext uri="{FF2B5EF4-FFF2-40B4-BE49-F238E27FC236}">
                <a16:creationId xmlns:a16="http://schemas.microsoft.com/office/drawing/2014/main" id="{001EC57D-BB43-486D-971D-60B75478FF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1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E40ECE2F-96B8-457C-9993-567E7D65D5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11573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E40ECE2F-96B8-457C-9993-567E7D65D5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vert="horz"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FA9F4F7-C5C8-45E9-AFFC-83822824D12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565A961C-02B5-4262-8A6C-1D25517563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32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A511B35-7296-4A32-87CA-5A6DE84866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46260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A511B35-7296-4A32-87CA-5A6DE84866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464460" y="3826800"/>
            <a:ext cx="11263080" cy="2041200"/>
          </a:xfrm>
        </p:spPr>
        <p:txBody>
          <a:bodyPr vert="horz" lIns="0" tIns="0" rIns="0" bIns="0" anchor="t">
            <a:noAutofit/>
          </a:bodyPr>
          <a:lstStyle>
            <a:lvl1pPr>
              <a:defRPr sz="5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464460" y="3680016"/>
            <a:ext cx="11730742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3C85A7C-51DE-4BDE-BF2B-0AC2A731DB6F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9" name="Gráfico 10">
            <a:extLst>
              <a:ext uri="{FF2B5EF4-FFF2-40B4-BE49-F238E27FC236}">
                <a16:creationId xmlns:a16="http://schemas.microsoft.com/office/drawing/2014/main" id="{9D333358-1DC3-4741-B873-53BC1495A5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05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B58A6A7-FA04-449B-BF41-79DB0AD40C4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44783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B58A6A7-FA04-449B-BF41-79DB0AD40C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C603F690-ECB8-4D67-BC80-2686BF801D6D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922AD3E7-36B3-4668-BFD6-2524809F7B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2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3C33094-381F-45CD-893C-6DE67AC234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33701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3C33094-381F-45CD-893C-6DE67AC234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0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2807" cy="51398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95FFFDC-E8E5-461F-A5A8-30E732BAADD0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2" name="Gráfico 10">
            <a:extLst>
              <a:ext uri="{FF2B5EF4-FFF2-40B4-BE49-F238E27FC236}">
                <a16:creationId xmlns:a16="http://schemas.microsoft.com/office/drawing/2014/main" id="{653E0F08-53B3-4E5A-8B66-5079C27222D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6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FD1D1E-5C4A-4324-90FE-D43AF2E88B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84332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FD1D1E-5C4A-4324-90FE-D43AF2E88B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22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A430361-CE8D-4EF1-9FF0-28F23391716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71B0CE5E-4F0C-457F-80D3-F3F8D140D6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49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9F5575-5832-4BF4-ADFE-D18D47837A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24554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9F5575-5832-4BF4-ADFE-D18D47837A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363993" y="1785600"/>
            <a:ext cx="4654407" cy="3286800"/>
          </a:xfrm>
          <a:prstGeom prst="rect">
            <a:avLst/>
          </a:prstGeom>
          <a:noFill/>
        </p:spPr>
        <p:txBody>
          <a:bodyPr vert="horz" wrap="square" lIns="91440" tIns="45720" rIns="320040" bIns="4572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2C2BD534-594D-47E5-B410-C977013CA6E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2" name="Gráfico 10">
            <a:extLst>
              <a:ext uri="{FF2B5EF4-FFF2-40B4-BE49-F238E27FC236}">
                <a16:creationId xmlns:a16="http://schemas.microsoft.com/office/drawing/2014/main" id="{BE57DA90-205C-4B1C-B7C2-3C5874F311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2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72E80E5-AF90-467B-B9B7-5F8A464822B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251563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72E80E5-AF90-467B-B9B7-5F8A464822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16394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363993" y="1804650"/>
            <a:ext cx="6513559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7E92FF58-785F-40D0-A09E-58515D4FA67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C0C9149E-46DD-468E-9B5F-4F6A995362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809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A5D0BD4-7F68-4EB0-9121-1D8F4296321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505226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A5D0BD4-7F68-4EB0-9121-1D8F429632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A25C555-BD9C-42E9-A8C2-D97554E7A8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A5A06368-CF23-48ED-A864-7A7B56646DB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6" name="Gráfico 10">
            <a:extLst>
              <a:ext uri="{FF2B5EF4-FFF2-40B4-BE49-F238E27FC236}">
                <a16:creationId xmlns:a16="http://schemas.microsoft.com/office/drawing/2014/main" id="{FEC532FC-00EE-488A-A45B-27C010972F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57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136896A-3E29-433E-8AF6-BCB409E28D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19716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136896A-3E29-433E-8AF6-BCB409E28D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 anchorCtr="0">
            <a:noAutofit/>
          </a:bodyPr>
          <a:lstStyle>
            <a:lvl1pPr>
              <a:defRPr sz="22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7DDE41AC-0D78-4C72-85DD-999F04D39E43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6FF9B0A9-84BE-4593-B253-56194A82C8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17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8288606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02CBF43E-332A-491B-9ADF-7524124C5593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01818649-836D-4DC1-AE97-90829423F5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20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636CB50-FA1B-4FDD-A974-2251794F7FD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06047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636CB50-FA1B-4FDD-A974-2251794F7F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764377D0-E6C5-4C97-81C9-D49471AA8825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A64AF0A9-5166-473A-8E0D-2E56BC3F97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192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32FA692-5C9F-4FE5-9FF9-1465CB2D4A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464391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32FA692-5C9F-4FE5-9FF9-1465CB2D4A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4939653" cy="513982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l" defTabSz="91275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lang="en-US" sz="2200" kern="1200" dirty="0">
                <a:solidFill>
                  <a:srgbClr val="458FA3"/>
                </a:solidFill>
                <a:latin typeface="Santander Headline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473247E4-EB0A-4A20-A593-1F73E007184F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1" name="Gráfico 10">
            <a:extLst>
              <a:ext uri="{FF2B5EF4-FFF2-40B4-BE49-F238E27FC236}">
                <a16:creationId xmlns:a16="http://schemas.microsoft.com/office/drawing/2014/main" id="{43E82DAE-EBAC-4FBD-8FF6-D1F93C7399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87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6D0871-1A22-4976-97AA-1C53B632AA0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1660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6D0871-1A22-4976-97AA-1C53B632AA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4939653" cy="51398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E0AD5CE1-C373-44B5-84F1-7E13AD863383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1" name="Gráfico 10">
            <a:extLst>
              <a:ext uri="{FF2B5EF4-FFF2-40B4-BE49-F238E27FC236}">
                <a16:creationId xmlns:a16="http://schemas.microsoft.com/office/drawing/2014/main" id="{B9A3D3E9-CD02-4394-8FA7-96B87B7036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78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58B1872-8E7B-48BF-A9BB-F7DF486499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43702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58B1872-8E7B-48BF-A9BB-F7DF486499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2807" cy="51398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/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812D372-DB3C-41EE-91C9-67533A016F7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0D5FE38A-F7AE-4F49-B2C2-ECF0D6EEBAC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280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77E1878-50A1-45C4-A226-395DE6223F1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645229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77E1878-50A1-45C4-A226-395DE6223F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2807" cy="51398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8F72BA9-A67A-46BF-BFAB-8D19A962C5A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2" name="Gráfico 10">
            <a:extLst>
              <a:ext uri="{FF2B5EF4-FFF2-40B4-BE49-F238E27FC236}">
                <a16:creationId xmlns:a16="http://schemas.microsoft.com/office/drawing/2014/main" id="{72439B72-6564-4508-A62E-5AB60D7E59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86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2CC99D05-42E2-48F4-9989-2D138424FE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15005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2CC99D05-42E2-48F4-9989-2D138424F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5160514-17D3-49F1-A067-41F37C1DB6C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2" name="Gráfico 10">
            <a:extLst>
              <a:ext uri="{FF2B5EF4-FFF2-40B4-BE49-F238E27FC236}">
                <a16:creationId xmlns:a16="http://schemas.microsoft.com/office/drawing/2014/main" id="{0FE801CA-B579-414F-9D53-03D6CBA779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5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icon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A4BA606-AB10-41CB-8355-4B096C156EB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13314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A4BA606-AB10-41CB-8355-4B096C156E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464460" y="625475"/>
            <a:ext cx="932688" cy="932688"/>
          </a:xfrm>
          <a:prstGeom prst="rect">
            <a:avLst/>
          </a:prstGeom>
          <a:noFill/>
          <a:ln>
            <a:solidFill>
              <a:srgbClr val="FF5D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rgbClr val="FF5D5D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37966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rgbClr val="75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712737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rgbClr val="EB0000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634C699-A57D-4324-9E7F-2C49231B075E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9" name="Gráfico 10">
            <a:extLst>
              <a:ext uri="{FF2B5EF4-FFF2-40B4-BE49-F238E27FC236}">
                <a16:creationId xmlns:a16="http://schemas.microsoft.com/office/drawing/2014/main" id="{917058B6-8FD2-4275-A149-DEBC2B9F35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17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6E55090-B7BB-4FF6-ADED-E2C942C7EB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815468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6E55090-B7BB-4FF6-ADED-E2C942C7EB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 bwMode="white"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604E739-BE4D-4804-9560-2D3D0FB9AA9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5" name="Gráfico 10">
            <a:extLst>
              <a:ext uri="{FF2B5EF4-FFF2-40B4-BE49-F238E27FC236}">
                <a16:creationId xmlns:a16="http://schemas.microsoft.com/office/drawing/2014/main" id="{167DAFD7-7098-4887-835C-CD0697D7E3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073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0E8DDFD-28AD-43B6-999D-8F041BBA5B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989895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0E8DDFD-28AD-43B6-999D-8F041BBA5B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1425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9B83331-C4D2-4383-96A5-16045608BE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78934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9B83331-C4D2-4383-96A5-16045608BE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3C4E39D-430A-40A7-A39D-6600D44331BB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AD2DFDC0-A933-4641-AC36-D4245E85DD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31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F46967A-E06A-41E6-8EE6-73702C5F804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305105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F46967A-E06A-41E6-8EE6-73702C5F80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FB475-A0A0-4975-9201-9D57C845C3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21826" y="1802755"/>
            <a:ext cx="6209072" cy="3046988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7" name="Title 6"/>
          <p:cNvSpPr txBox="1">
            <a:spLocks/>
          </p:cNvSpPr>
          <p:nvPr/>
        </p:nvSpPr>
        <p:spPr>
          <a:xfrm>
            <a:off x="639044" y="2966151"/>
            <a:ext cx="3199529" cy="72019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20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824906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606853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2F1B35-CE73-4F7F-8531-B99335DEC63E}"/>
              </a:ext>
            </a:extLst>
          </p:cNvPr>
          <p:cNvSpPr/>
          <p:nvPr userDrawn="1"/>
        </p:nvSpPr>
        <p:spPr>
          <a:xfrm>
            <a:off x="820237" y="3464159"/>
            <a:ext cx="2446172" cy="248603"/>
          </a:xfrm>
          <a:custGeom>
            <a:avLst/>
            <a:gdLst/>
            <a:ahLst/>
            <a:cxnLst/>
            <a:rect l="l" t="t" r="r" b="b"/>
            <a:pathLst>
              <a:path w="2446172" h="248603">
                <a:moveTo>
                  <a:pt x="2218258" y="75686"/>
                </a:moveTo>
                <a:cubicBezTo>
                  <a:pt x="2202560" y="75848"/>
                  <a:pt x="2190935" y="80359"/>
                  <a:pt x="2183385" y="89222"/>
                </a:cubicBezTo>
                <a:cubicBezTo>
                  <a:pt x="2175835" y="98084"/>
                  <a:pt x="2172083" y="110330"/>
                  <a:pt x="2172129" y="125959"/>
                </a:cubicBezTo>
                <a:cubicBezTo>
                  <a:pt x="2172037" y="140289"/>
                  <a:pt x="2175052" y="151821"/>
                  <a:pt x="2181175" y="160557"/>
                </a:cubicBezTo>
                <a:cubicBezTo>
                  <a:pt x="2187298" y="169292"/>
                  <a:pt x="2197081" y="173781"/>
                  <a:pt x="2210524" y="174023"/>
                </a:cubicBezTo>
                <a:cubicBezTo>
                  <a:pt x="2216451" y="173988"/>
                  <a:pt x="2221861" y="173090"/>
                  <a:pt x="2226752" y="171329"/>
                </a:cubicBezTo>
                <a:cubicBezTo>
                  <a:pt x="2231644" y="169568"/>
                  <a:pt x="2236086" y="167151"/>
                  <a:pt x="2240080" y="164078"/>
                </a:cubicBezTo>
                <a:lnTo>
                  <a:pt x="2240080" y="77344"/>
                </a:lnTo>
                <a:cubicBezTo>
                  <a:pt x="2236926" y="76791"/>
                  <a:pt x="2233566" y="76377"/>
                  <a:pt x="2229998" y="76101"/>
                </a:cubicBezTo>
                <a:cubicBezTo>
                  <a:pt x="2226430" y="75825"/>
                  <a:pt x="2222517" y="75686"/>
                  <a:pt x="2218258" y="75686"/>
                </a:cubicBezTo>
                <a:close/>
                <a:moveTo>
                  <a:pt x="1789633" y="75686"/>
                </a:moveTo>
                <a:cubicBezTo>
                  <a:pt x="1773935" y="75848"/>
                  <a:pt x="1762310" y="80359"/>
                  <a:pt x="1754760" y="89222"/>
                </a:cubicBezTo>
                <a:cubicBezTo>
                  <a:pt x="1747210" y="98084"/>
                  <a:pt x="1743458" y="110330"/>
                  <a:pt x="1743504" y="125959"/>
                </a:cubicBezTo>
                <a:cubicBezTo>
                  <a:pt x="1743412" y="140289"/>
                  <a:pt x="1746427" y="151821"/>
                  <a:pt x="1752550" y="160557"/>
                </a:cubicBezTo>
                <a:cubicBezTo>
                  <a:pt x="1758673" y="169292"/>
                  <a:pt x="1768456" y="173781"/>
                  <a:pt x="1781899" y="174023"/>
                </a:cubicBezTo>
                <a:cubicBezTo>
                  <a:pt x="1787826" y="173988"/>
                  <a:pt x="1793236" y="173090"/>
                  <a:pt x="1798127" y="171329"/>
                </a:cubicBezTo>
                <a:cubicBezTo>
                  <a:pt x="1803019" y="169568"/>
                  <a:pt x="1807461" y="167151"/>
                  <a:pt x="1811455" y="164078"/>
                </a:cubicBezTo>
                <a:lnTo>
                  <a:pt x="1811455" y="77344"/>
                </a:lnTo>
                <a:cubicBezTo>
                  <a:pt x="1808302" y="76791"/>
                  <a:pt x="1804941" y="76377"/>
                  <a:pt x="1801373" y="76101"/>
                </a:cubicBezTo>
                <a:cubicBezTo>
                  <a:pt x="1797805" y="75825"/>
                  <a:pt x="1793892" y="75686"/>
                  <a:pt x="1789633" y="75686"/>
                </a:cubicBezTo>
                <a:close/>
                <a:moveTo>
                  <a:pt x="1469508" y="75686"/>
                </a:moveTo>
                <a:cubicBezTo>
                  <a:pt x="1455466" y="75859"/>
                  <a:pt x="1445085" y="80210"/>
                  <a:pt x="1438363" y="88738"/>
                </a:cubicBezTo>
                <a:cubicBezTo>
                  <a:pt x="1431642" y="97267"/>
                  <a:pt x="1428304" y="108937"/>
                  <a:pt x="1428350" y="123750"/>
                </a:cubicBezTo>
                <a:cubicBezTo>
                  <a:pt x="1428460" y="140663"/>
                  <a:pt x="1432108" y="153104"/>
                  <a:pt x="1439296" y="161075"/>
                </a:cubicBezTo>
                <a:cubicBezTo>
                  <a:pt x="1446483" y="169045"/>
                  <a:pt x="1456554" y="172993"/>
                  <a:pt x="1469508" y="172918"/>
                </a:cubicBezTo>
                <a:cubicBezTo>
                  <a:pt x="1483031" y="172762"/>
                  <a:pt x="1493136" y="168446"/>
                  <a:pt x="1499823" y="159970"/>
                </a:cubicBezTo>
                <a:cubicBezTo>
                  <a:pt x="1506510" y="151493"/>
                  <a:pt x="1509848" y="139788"/>
                  <a:pt x="1509836" y="124855"/>
                </a:cubicBezTo>
                <a:cubicBezTo>
                  <a:pt x="1509710" y="108062"/>
                  <a:pt x="1506096" y="95655"/>
                  <a:pt x="1498995" y="87633"/>
                </a:cubicBezTo>
                <a:cubicBezTo>
                  <a:pt x="1491894" y="79611"/>
                  <a:pt x="1482064" y="75629"/>
                  <a:pt x="1469508" y="75686"/>
                </a:cubicBezTo>
                <a:close/>
                <a:moveTo>
                  <a:pt x="523075" y="75686"/>
                </a:moveTo>
                <a:cubicBezTo>
                  <a:pt x="519478" y="75698"/>
                  <a:pt x="515968" y="75882"/>
                  <a:pt x="512544" y="76239"/>
                </a:cubicBezTo>
                <a:cubicBezTo>
                  <a:pt x="509120" y="76596"/>
                  <a:pt x="505817" y="77056"/>
                  <a:pt x="502634" y="77620"/>
                </a:cubicBezTo>
                <a:lnTo>
                  <a:pt x="502634" y="169879"/>
                </a:lnTo>
                <a:cubicBezTo>
                  <a:pt x="510092" y="171859"/>
                  <a:pt x="517551" y="172872"/>
                  <a:pt x="525009" y="172918"/>
                </a:cubicBezTo>
                <a:cubicBezTo>
                  <a:pt x="540212" y="172877"/>
                  <a:pt x="551653" y="168746"/>
                  <a:pt x="559330" y="160522"/>
                </a:cubicBezTo>
                <a:cubicBezTo>
                  <a:pt x="567006" y="152299"/>
                  <a:pt x="570851" y="140225"/>
                  <a:pt x="570862" y="124302"/>
                </a:cubicBezTo>
                <a:cubicBezTo>
                  <a:pt x="571012" y="109346"/>
                  <a:pt x="567329" y="97549"/>
                  <a:pt x="559813" y="88911"/>
                </a:cubicBezTo>
                <a:cubicBezTo>
                  <a:pt x="552297" y="80273"/>
                  <a:pt x="540051" y="75865"/>
                  <a:pt x="523075" y="75686"/>
                </a:cubicBezTo>
                <a:close/>
                <a:moveTo>
                  <a:pt x="1101204" y="75134"/>
                </a:moveTo>
                <a:cubicBezTo>
                  <a:pt x="1090460" y="75163"/>
                  <a:pt x="1082185" y="78213"/>
                  <a:pt x="1076379" y="84284"/>
                </a:cubicBezTo>
                <a:cubicBezTo>
                  <a:pt x="1070572" y="90355"/>
                  <a:pt x="1067062" y="99275"/>
                  <a:pt x="1065848" y="111043"/>
                </a:cubicBezTo>
                <a:lnTo>
                  <a:pt x="1134351" y="111043"/>
                </a:lnTo>
                <a:cubicBezTo>
                  <a:pt x="1134282" y="99637"/>
                  <a:pt x="1131382" y="90821"/>
                  <a:pt x="1125650" y="84595"/>
                </a:cubicBezTo>
                <a:cubicBezTo>
                  <a:pt x="1119919" y="78368"/>
                  <a:pt x="1111770" y="75215"/>
                  <a:pt x="1101204" y="75134"/>
                </a:cubicBezTo>
                <a:close/>
                <a:moveTo>
                  <a:pt x="748779" y="75134"/>
                </a:moveTo>
                <a:cubicBezTo>
                  <a:pt x="738035" y="75163"/>
                  <a:pt x="729760" y="78213"/>
                  <a:pt x="723954" y="84284"/>
                </a:cubicBezTo>
                <a:cubicBezTo>
                  <a:pt x="718147" y="90355"/>
                  <a:pt x="714637" y="99275"/>
                  <a:pt x="713423" y="111043"/>
                </a:cubicBezTo>
                <a:lnTo>
                  <a:pt x="781926" y="111043"/>
                </a:lnTo>
                <a:cubicBezTo>
                  <a:pt x="781857" y="99637"/>
                  <a:pt x="778957" y="90821"/>
                  <a:pt x="773225" y="84595"/>
                </a:cubicBezTo>
                <a:cubicBezTo>
                  <a:pt x="767494" y="78368"/>
                  <a:pt x="759345" y="75215"/>
                  <a:pt x="748779" y="75134"/>
                </a:cubicBezTo>
                <a:close/>
                <a:moveTo>
                  <a:pt x="2301050" y="53036"/>
                </a:moveTo>
                <a:lnTo>
                  <a:pt x="2331434" y="53036"/>
                </a:lnTo>
                <a:lnTo>
                  <a:pt x="2331434" y="195568"/>
                </a:lnTo>
                <a:lnTo>
                  <a:pt x="2301050" y="195568"/>
                </a:lnTo>
                <a:close/>
                <a:moveTo>
                  <a:pt x="157925" y="53036"/>
                </a:moveTo>
                <a:lnTo>
                  <a:pt x="188309" y="53036"/>
                </a:lnTo>
                <a:lnTo>
                  <a:pt x="188309" y="195568"/>
                </a:lnTo>
                <a:lnTo>
                  <a:pt x="157925" y="195568"/>
                </a:lnTo>
                <a:close/>
                <a:moveTo>
                  <a:pt x="2419655" y="49721"/>
                </a:moveTo>
                <a:cubicBezTo>
                  <a:pt x="2424454" y="49716"/>
                  <a:pt x="2429219" y="49796"/>
                  <a:pt x="2433950" y="49963"/>
                </a:cubicBezTo>
                <a:cubicBezTo>
                  <a:pt x="2438680" y="50130"/>
                  <a:pt x="2442754" y="50418"/>
                  <a:pt x="2446172" y="50826"/>
                </a:cubicBezTo>
                <a:cubicBezTo>
                  <a:pt x="2446161" y="55534"/>
                  <a:pt x="2445908" y="60275"/>
                  <a:pt x="2445413" y="65052"/>
                </a:cubicBezTo>
                <a:cubicBezTo>
                  <a:pt x="2444918" y="69828"/>
                  <a:pt x="2444250" y="73741"/>
                  <a:pt x="2443410" y="76791"/>
                </a:cubicBezTo>
                <a:cubicBezTo>
                  <a:pt x="2439848" y="76383"/>
                  <a:pt x="2436200" y="76095"/>
                  <a:pt x="2432465" y="75928"/>
                </a:cubicBezTo>
                <a:cubicBezTo>
                  <a:pt x="2428730" y="75761"/>
                  <a:pt x="2424736" y="75681"/>
                  <a:pt x="2420484" y="75686"/>
                </a:cubicBezTo>
                <a:cubicBezTo>
                  <a:pt x="2413026" y="75686"/>
                  <a:pt x="2405567" y="76239"/>
                  <a:pt x="2398109" y="77344"/>
                </a:cubicBezTo>
                <a:lnTo>
                  <a:pt x="2398109" y="195568"/>
                </a:lnTo>
                <a:lnTo>
                  <a:pt x="2367725" y="195568"/>
                </a:lnTo>
                <a:lnTo>
                  <a:pt x="2367725" y="57456"/>
                </a:lnTo>
                <a:cubicBezTo>
                  <a:pt x="2374498" y="55200"/>
                  <a:pt x="2382635" y="53358"/>
                  <a:pt x="2392136" y="51931"/>
                </a:cubicBezTo>
                <a:cubicBezTo>
                  <a:pt x="2401637" y="50504"/>
                  <a:pt x="2410810" y="49767"/>
                  <a:pt x="2419655" y="49721"/>
                </a:cubicBezTo>
                <a:close/>
                <a:moveTo>
                  <a:pt x="2218258" y="49721"/>
                </a:moveTo>
                <a:cubicBezTo>
                  <a:pt x="2228133" y="49698"/>
                  <a:pt x="2237318" y="50297"/>
                  <a:pt x="2245812" y="51517"/>
                </a:cubicBezTo>
                <a:cubicBezTo>
                  <a:pt x="2254306" y="52737"/>
                  <a:pt x="2262523" y="54716"/>
                  <a:pt x="2270465" y="57456"/>
                </a:cubicBezTo>
                <a:lnTo>
                  <a:pt x="2270465" y="195568"/>
                </a:lnTo>
                <a:lnTo>
                  <a:pt x="2242566" y="195568"/>
                </a:lnTo>
                <a:lnTo>
                  <a:pt x="2240909" y="178995"/>
                </a:lnTo>
                <a:cubicBezTo>
                  <a:pt x="2237111" y="185141"/>
                  <a:pt x="2232069" y="189975"/>
                  <a:pt x="2225785" y="193496"/>
                </a:cubicBezTo>
                <a:cubicBezTo>
                  <a:pt x="2219501" y="197018"/>
                  <a:pt x="2211560" y="198814"/>
                  <a:pt x="2201961" y="198883"/>
                </a:cubicBezTo>
                <a:cubicBezTo>
                  <a:pt x="2183477" y="198745"/>
                  <a:pt x="2168791" y="192392"/>
                  <a:pt x="2157903" y="179823"/>
                </a:cubicBezTo>
                <a:cubicBezTo>
                  <a:pt x="2147015" y="167255"/>
                  <a:pt x="2141445" y="149300"/>
                  <a:pt x="2141191" y="125959"/>
                </a:cubicBezTo>
                <a:cubicBezTo>
                  <a:pt x="2141209" y="101514"/>
                  <a:pt x="2147665" y="82730"/>
                  <a:pt x="2160562" y="69610"/>
                </a:cubicBezTo>
                <a:cubicBezTo>
                  <a:pt x="2173458" y="56489"/>
                  <a:pt x="2192690" y="49859"/>
                  <a:pt x="2218258" y="49721"/>
                </a:cubicBezTo>
                <a:close/>
                <a:moveTo>
                  <a:pt x="1789633" y="49721"/>
                </a:moveTo>
                <a:cubicBezTo>
                  <a:pt x="1799508" y="49698"/>
                  <a:pt x="1808693" y="50297"/>
                  <a:pt x="1817187" y="51517"/>
                </a:cubicBezTo>
                <a:cubicBezTo>
                  <a:pt x="1825681" y="52737"/>
                  <a:pt x="1833899" y="54716"/>
                  <a:pt x="1841840" y="57456"/>
                </a:cubicBezTo>
                <a:lnTo>
                  <a:pt x="1841840" y="195568"/>
                </a:lnTo>
                <a:lnTo>
                  <a:pt x="1813941" y="195568"/>
                </a:lnTo>
                <a:lnTo>
                  <a:pt x="1812284" y="178995"/>
                </a:lnTo>
                <a:cubicBezTo>
                  <a:pt x="1808486" y="185141"/>
                  <a:pt x="1803445" y="189975"/>
                  <a:pt x="1797160" y="193496"/>
                </a:cubicBezTo>
                <a:cubicBezTo>
                  <a:pt x="1790876" y="197018"/>
                  <a:pt x="1782935" y="198814"/>
                  <a:pt x="1773336" y="198883"/>
                </a:cubicBezTo>
                <a:cubicBezTo>
                  <a:pt x="1754852" y="198745"/>
                  <a:pt x="1740166" y="192392"/>
                  <a:pt x="1729278" y="179823"/>
                </a:cubicBezTo>
                <a:cubicBezTo>
                  <a:pt x="1718390" y="167255"/>
                  <a:pt x="1712820" y="149300"/>
                  <a:pt x="1712567" y="125959"/>
                </a:cubicBezTo>
                <a:cubicBezTo>
                  <a:pt x="1712584" y="101514"/>
                  <a:pt x="1719041" y="82730"/>
                  <a:pt x="1731937" y="69610"/>
                </a:cubicBezTo>
                <a:cubicBezTo>
                  <a:pt x="1744833" y="56489"/>
                  <a:pt x="1764065" y="49859"/>
                  <a:pt x="1789633" y="49721"/>
                </a:cubicBezTo>
                <a:close/>
                <a:moveTo>
                  <a:pt x="1622870" y="49721"/>
                </a:moveTo>
                <a:cubicBezTo>
                  <a:pt x="1647903" y="49842"/>
                  <a:pt x="1665443" y="54503"/>
                  <a:pt x="1675491" y="63705"/>
                </a:cubicBezTo>
                <a:cubicBezTo>
                  <a:pt x="1685538" y="72907"/>
                  <a:pt x="1690372" y="85924"/>
                  <a:pt x="1689992" y="102757"/>
                </a:cubicBezTo>
                <a:lnTo>
                  <a:pt x="1689992" y="195568"/>
                </a:lnTo>
                <a:lnTo>
                  <a:pt x="1659608" y="195568"/>
                </a:lnTo>
                <a:lnTo>
                  <a:pt x="1659608" y="108005"/>
                </a:lnTo>
                <a:cubicBezTo>
                  <a:pt x="1659941" y="97111"/>
                  <a:pt x="1657478" y="88997"/>
                  <a:pt x="1652219" y="83662"/>
                </a:cubicBezTo>
                <a:cubicBezTo>
                  <a:pt x="1646959" y="78328"/>
                  <a:pt x="1636900" y="75669"/>
                  <a:pt x="1622041" y="75686"/>
                </a:cubicBezTo>
                <a:cubicBezTo>
                  <a:pt x="1618416" y="75692"/>
                  <a:pt x="1614548" y="75888"/>
                  <a:pt x="1610440" y="76273"/>
                </a:cubicBezTo>
                <a:cubicBezTo>
                  <a:pt x="1606331" y="76659"/>
                  <a:pt x="1602187" y="77200"/>
                  <a:pt x="1598009" y="77896"/>
                </a:cubicBezTo>
                <a:lnTo>
                  <a:pt x="1598009" y="195568"/>
                </a:lnTo>
                <a:lnTo>
                  <a:pt x="1567625" y="195568"/>
                </a:lnTo>
                <a:lnTo>
                  <a:pt x="1567625" y="57456"/>
                </a:lnTo>
                <a:cubicBezTo>
                  <a:pt x="1577471" y="55079"/>
                  <a:pt x="1587265" y="53203"/>
                  <a:pt x="1597008" y="51828"/>
                </a:cubicBezTo>
                <a:cubicBezTo>
                  <a:pt x="1606751" y="50452"/>
                  <a:pt x="1615371" y="49750"/>
                  <a:pt x="1622870" y="49721"/>
                </a:cubicBezTo>
                <a:close/>
                <a:moveTo>
                  <a:pt x="1470336" y="49721"/>
                </a:moveTo>
                <a:cubicBezTo>
                  <a:pt x="1485815" y="49861"/>
                  <a:pt x="1498777" y="53111"/>
                  <a:pt x="1509223" y="59471"/>
                </a:cubicBezTo>
                <a:cubicBezTo>
                  <a:pt x="1519668" y="65831"/>
                  <a:pt x="1527535" y="74462"/>
                  <a:pt x="1532825" y="85365"/>
                </a:cubicBezTo>
                <a:cubicBezTo>
                  <a:pt x="1538114" y="96267"/>
                  <a:pt x="1540764" y="108602"/>
                  <a:pt x="1540774" y="122369"/>
                </a:cubicBezTo>
                <a:cubicBezTo>
                  <a:pt x="1540555" y="146705"/>
                  <a:pt x="1534018" y="165500"/>
                  <a:pt x="1521162" y="178753"/>
                </a:cubicBezTo>
                <a:cubicBezTo>
                  <a:pt x="1508306" y="192006"/>
                  <a:pt x="1490443" y="198716"/>
                  <a:pt x="1467574" y="198883"/>
                </a:cubicBezTo>
                <a:cubicBezTo>
                  <a:pt x="1452360" y="198743"/>
                  <a:pt x="1439544" y="195493"/>
                  <a:pt x="1429128" y="189133"/>
                </a:cubicBezTo>
                <a:cubicBezTo>
                  <a:pt x="1418711" y="182773"/>
                  <a:pt x="1410827" y="174142"/>
                  <a:pt x="1405475" y="163240"/>
                </a:cubicBezTo>
                <a:cubicBezTo>
                  <a:pt x="1400122" y="152337"/>
                  <a:pt x="1397435" y="140003"/>
                  <a:pt x="1397413" y="126236"/>
                </a:cubicBezTo>
                <a:cubicBezTo>
                  <a:pt x="1397655" y="101899"/>
                  <a:pt x="1404215" y="83104"/>
                  <a:pt x="1417094" y="69851"/>
                </a:cubicBezTo>
                <a:cubicBezTo>
                  <a:pt x="1429973" y="56598"/>
                  <a:pt x="1447720" y="49888"/>
                  <a:pt x="1470336" y="49721"/>
                </a:cubicBezTo>
                <a:close/>
                <a:moveTo>
                  <a:pt x="1329662" y="49721"/>
                </a:moveTo>
                <a:cubicBezTo>
                  <a:pt x="1338351" y="49704"/>
                  <a:pt x="1346454" y="50222"/>
                  <a:pt x="1353969" y="51275"/>
                </a:cubicBezTo>
                <a:cubicBezTo>
                  <a:pt x="1361485" y="52328"/>
                  <a:pt x="1368483" y="54020"/>
                  <a:pt x="1374963" y="56351"/>
                </a:cubicBezTo>
                <a:cubicBezTo>
                  <a:pt x="1374709" y="60316"/>
                  <a:pt x="1374249" y="64263"/>
                  <a:pt x="1373581" y="68194"/>
                </a:cubicBezTo>
                <a:cubicBezTo>
                  <a:pt x="1372914" y="72124"/>
                  <a:pt x="1371901" y="76279"/>
                  <a:pt x="1370543" y="80659"/>
                </a:cubicBezTo>
                <a:cubicBezTo>
                  <a:pt x="1364092" y="78604"/>
                  <a:pt x="1357589" y="77119"/>
                  <a:pt x="1351035" y="76204"/>
                </a:cubicBezTo>
                <a:cubicBezTo>
                  <a:pt x="1344480" y="75289"/>
                  <a:pt x="1337632" y="74841"/>
                  <a:pt x="1330490" y="74858"/>
                </a:cubicBezTo>
                <a:cubicBezTo>
                  <a:pt x="1321018" y="74933"/>
                  <a:pt x="1314550" y="76302"/>
                  <a:pt x="1311086" y="78967"/>
                </a:cubicBezTo>
                <a:cubicBezTo>
                  <a:pt x="1307621" y="81631"/>
                  <a:pt x="1305987" y="85141"/>
                  <a:pt x="1306182" y="89498"/>
                </a:cubicBezTo>
                <a:cubicBezTo>
                  <a:pt x="1306165" y="94504"/>
                  <a:pt x="1307926" y="98510"/>
                  <a:pt x="1311465" y="101514"/>
                </a:cubicBezTo>
                <a:cubicBezTo>
                  <a:pt x="1315004" y="104517"/>
                  <a:pt x="1320425" y="107142"/>
                  <a:pt x="1327728" y="109386"/>
                </a:cubicBezTo>
                <a:lnTo>
                  <a:pt x="1342368" y="114082"/>
                </a:lnTo>
                <a:cubicBezTo>
                  <a:pt x="1355414" y="118104"/>
                  <a:pt x="1364955" y="123456"/>
                  <a:pt x="1370992" y="130137"/>
                </a:cubicBezTo>
                <a:cubicBezTo>
                  <a:pt x="1377029" y="136819"/>
                  <a:pt x="1380009" y="145554"/>
                  <a:pt x="1379935" y="156344"/>
                </a:cubicBezTo>
                <a:cubicBezTo>
                  <a:pt x="1379865" y="169114"/>
                  <a:pt x="1375032" y="179346"/>
                  <a:pt x="1365433" y="187040"/>
                </a:cubicBezTo>
                <a:cubicBezTo>
                  <a:pt x="1355834" y="194734"/>
                  <a:pt x="1341885" y="198681"/>
                  <a:pt x="1323585" y="198883"/>
                </a:cubicBezTo>
                <a:cubicBezTo>
                  <a:pt x="1313428" y="198906"/>
                  <a:pt x="1304393" y="198169"/>
                  <a:pt x="1296480" y="196673"/>
                </a:cubicBezTo>
                <a:cubicBezTo>
                  <a:pt x="1288567" y="195177"/>
                  <a:pt x="1281397" y="192783"/>
                  <a:pt x="1274969" y="189491"/>
                </a:cubicBezTo>
                <a:cubicBezTo>
                  <a:pt x="1275245" y="183863"/>
                  <a:pt x="1275729" y="178960"/>
                  <a:pt x="1276419" y="174782"/>
                </a:cubicBezTo>
                <a:cubicBezTo>
                  <a:pt x="1277110" y="170604"/>
                  <a:pt x="1278008" y="166944"/>
                  <a:pt x="1279112" y="163802"/>
                </a:cubicBezTo>
                <a:cubicBezTo>
                  <a:pt x="1285661" y="166985"/>
                  <a:pt x="1292866" y="169390"/>
                  <a:pt x="1300727" y="171019"/>
                </a:cubicBezTo>
                <a:cubicBezTo>
                  <a:pt x="1308588" y="172647"/>
                  <a:pt x="1315931" y="173464"/>
                  <a:pt x="1322756" y="173470"/>
                </a:cubicBezTo>
                <a:cubicBezTo>
                  <a:pt x="1331497" y="173516"/>
                  <a:pt x="1338184" y="172250"/>
                  <a:pt x="1342817" y="169672"/>
                </a:cubicBezTo>
                <a:cubicBezTo>
                  <a:pt x="1347449" y="167094"/>
                  <a:pt x="1349786" y="162928"/>
                  <a:pt x="1349826" y="157173"/>
                </a:cubicBezTo>
                <a:cubicBezTo>
                  <a:pt x="1349757" y="152189"/>
                  <a:pt x="1347823" y="148345"/>
                  <a:pt x="1344025" y="145640"/>
                </a:cubicBezTo>
                <a:cubicBezTo>
                  <a:pt x="1340227" y="142936"/>
                  <a:pt x="1334979" y="140611"/>
                  <a:pt x="1328281" y="138666"/>
                </a:cubicBezTo>
                <a:lnTo>
                  <a:pt x="1314193" y="134246"/>
                </a:lnTo>
                <a:cubicBezTo>
                  <a:pt x="1300434" y="129821"/>
                  <a:pt x="1290731" y="123963"/>
                  <a:pt x="1285086" y="116671"/>
                </a:cubicBezTo>
                <a:cubicBezTo>
                  <a:pt x="1279440" y="109380"/>
                  <a:pt x="1276713" y="100691"/>
                  <a:pt x="1276903" y="90603"/>
                </a:cubicBezTo>
                <a:cubicBezTo>
                  <a:pt x="1276926" y="77781"/>
                  <a:pt x="1281368" y="67791"/>
                  <a:pt x="1290231" y="60632"/>
                </a:cubicBezTo>
                <a:cubicBezTo>
                  <a:pt x="1299093" y="53473"/>
                  <a:pt x="1312236" y="49836"/>
                  <a:pt x="1329662" y="49721"/>
                </a:cubicBezTo>
                <a:close/>
                <a:moveTo>
                  <a:pt x="1238555" y="49721"/>
                </a:moveTo>
                <a:cubicBezTo>
                  <a:pt x="1243354" y="49716"/>
                  <a:pt x="1248119" y="49796"/>
                  <a:pt x="1252850" y="49963"/>
                </a:cubicBezTo>
                <a:cubicBezTo>
                  <a:pt x="1257580" y="50130"/>
                  <a:pt x="1261654" y="50418"/>
                  <a:pt x="1265073" y="50826"/>
                </a:cubicBezTo>
                <a:cubicBezTo>
                  <a:pt x="1265061" y="55534"/>
                  <a:pt x="1264808" y="60275"/>
                  <a:pt x="1264313" y="65052"/>
                </a:cubicBezTo>
                <a:cubicBezTo>
                  <a:pt x="1263818" y="69828"/>
                  <a:pt x="1263151" y="73741"/>
                  <a:pt x="1262310" y="76791"/>
                </a:cubicBezTo>
                <a:cubicBezTo>
                  <a:pt x="1258748" y="76383"/>
                  <a:pt x="1255100" y="76095"/>
                  <a:pt x="1251365" y="75928"/>
                </a:cubicBezTo>
                <a:cubicBezTo>
                  <a:pt x="1247630" y="75761"/>
                  <a:pt x="1243636" y="75681"/>
                  <a:pt x="1239384" y="75686"/>
                </a:cubicBezTo>
                <a:cubicBezTo>
                  <a:pt x="1231926" y="75686"/>
                  <a:pt x="1224468" y="76239"/>
                  <a:pt x="1217010" y="77344"/>
                </a:cubicBezTo>
                <a:lnTo>
                  <a:pt x="1217010" y="195568"/>
                </a:lnTo>
                <a:lnTo>
                  <a:pt x="1186625" y="195568"/>
                </a:lnTo>
                <a:lnTo>
                  <a:pt x="1186625" y="57456"/>
                </a:lnTo>
                <a:cubicBezTo>
                  <a:pt x="1193398" y="55200"/>
                  <a:pt x="1201535" y="53358"/>
                  <a:pt x="1211036" y="51931"/>
                </a:cubicBezTo>
                <a:cubicBezTo>
                  <a:pt x="1220537" y="50504"/>
                  <a:pt x="1229710" y="49767"/>
                  <a:pt x="1238555" y="49721"/>
                </a:cubicBezTo>
                <a:close/>
                <a:moveTo>
                  <a:pt x="1102862" y="49721"/>
                </a:moveTo>
                <a:cubicBezTo>
                  <a:pt x="1124425" y="50182"/>
                  <a:pt x="1140204" y="56374"/>
                  <a:pt x="1150200" y="68297"/>
                </a:cubicBezTo>
                <a:cubicBezTo>
                  <a:pt x="1160196" y="80221"/>
                  <a:pt x="1165133" y="95114"/>
                  <a:pt x="1165012" y="112977"/>
                </a:cubicBezTo>
                <a:cubicBezTo>
                  <a:pt x="1165012" y="117201"/>
                  <a:pt x="1164874" y="121183"/>
                  <a:pt x="1164598" y="124924"/>
                </a:cubicBezTo>
                <a:cubicBezTo>
                  <a:pt x="1164322" y="128664"/>
                  <a:pt x="1163908" y="132508"/>
                  <a:pt x="1163355" y="136456"/>
                </a:cubicBezTo>
                <a:lnTo>
                  <a:pt x="1066400" y="136456"/>
                </a:lnTo>
                <a:cubicBezTo>
                  <a:pt x="1068288" y="148731"/>
                  <a:pt x="1072937" y="157881"/>
                  <a:pt x="1080349" y="163906"/>
                </a:cubicBezTo>
                <a:cubicBezTo>
                  <a:pt x="1087762" y="169931"/>
                  <a:pt x="1098212" y="172935"/>
                  <a:pt x="1111701" y="172918"/>
                </a:cubicBezTo>
                <a:cubicBezTo>
                  <a:pt x="1120028" y="172912"/>
                  <a:pt x="1128303" y="172026"/>
                  <a:pt x="1136527" y="170259"/>
                </a:cubicBezTo>
                <a:cubicBezTo>
                  <a:pt x="1144750" y="168492"/>
                  <a:pt x="1152680" y="165880"/>
                  <a:pt x="1160317" y="162421"/>
                </a:cubicBezTo>
                <a:cubicBezTo>
                  <a:pt x="1159758" y="166507"/>
                  <a:pt x="1159079" y="170973"/>
                  <a:pt x="1158279" y="175818"/>
                </a:cubicBezTo>
                <a:cubicBezTo>
                  <a:pt x="1157479" y="180663"/>
                  <a:pt x="1156593" y="185405"/>
                  <a:pt x="1155621" y="190044"/>
                </a:cubicBezTo>
                <a:cubicBezTo>
                  <a:pt x="1148732" y="193191"/>
                  <a:pt x="1141585" y="195459"/>
                  <a:pt x="1134179" y="196846"/>
                </a:cubicBezTo>
                <a:cubicBezTo>
                  <a:pt x="1126772" y="198233"/>
                  <a:pt x="1119004" y="198912"/>
                  <a:pt x="1110872" y="198883"/>
                </a:cubicBezTo>
                <a:cubicBezTo>
                  <a:pt x="1085494" y="198693"/>
                  <a:pt x="1066573" y="192029"/>
                  <a:pt x="1054108" y="178891"/>
                </a:cubicBezTo>
                <a:cubicBezTo>
                  <a:pt x="1041643" y="165753"/>
                  <a:pt x="1035428" y="147281"/>
                  <a:pt x="1035463" y="123473"/>
                </a:cubicBezTo>
                <a:cubicBezTo>
                  <a:pt x="1035400" y="109606"/>
                  <a:pt x="1037644" y="97135"/>
                  <a:pt x="1042194" y="86060"/>
                </a:cubicBezTo>
                <a:cubicBezTo>
                  <a:pt x="1046745" y="74986"/>
                  <a:pt x="1053982" y="66198"/>
                  <a:pt x="1063904" y="59696"/>
                </a:cubicBezTo>
                <a:cubicBezTo>
                  <a:pt x="1073826" y="53195"/>
                  <a:pt x="1086812" y="49870"/>
                  <a:pt x="1102862" y="49721"/>
                </a:cubicBezTo>
                <a:close/>
                <a:moveTo>
                  <a:pt x="750437" y="49721"/>
                </a:moveTo>
                <a:cubicBezTo>
                  <a:pt x="772000" y="50182"/>
                  <a:pt x="787779" y="56374"/>
                  <a:pt x="797775" y="68297"/>
                </a:cubicBezTo>
                <a:cubicBezTo>
                  <a:pt x="807771" y="80221"/>
                  <a:pt x="812708" y="95114"/>
                  <a:pt x="812587" y="112977"/>
                </a:cubicBezTo>
                <a:cubicBezTo>
                  <a:pt x="812587" y="117201"/>
                  <a:pt x="812449" y="121183"/>
                  <a:pt x="812173" y="124924"/>
                </a:cubicBezTo>
                <a:cubicBezTo>
                  <a:pt x="811897" y="128664"/>
                  <a:pt x="811482" y="132508"/>
                  <a:pt x="810930" y="136456"/>
                </a:cubicBezTo>
                <a:lnTo>
                  <a:pt x="713975" y="136456"/>
                </a:lnTo>
                <a:cubicBezTo>
                  <a:pt x="715863" y="148731"/>
                  <a:pt x="720512" y="157881"/>
                  <a:pt x="727924" y="163906"/>
                </a:cubicBezTo>
                <a:cubicBezTo>
                  <a:pt x="735337" y="169931"/>
                  <a:pt x="745787" y="172935"/>
                  <a:pt x="759276" y="172918"/>
                </a:cubicBezTo>
                <a:cubicBezTo>
                  <a:pt x="767603" y="172912"/>
                  <a:pt x="775878" y="172026"/>
                  <a:pt x="784102" y="170259"/>
                </a:cubicBezTo>
                <a:cubicBezTo>
                  <a:pt x="792325" y="168492"/>
                  <a:pt x="800255" y="165880"/>
                  <a:pt x="807892" y="162421"/>
                </a:cubicBezTo>
                <a:cubicBezTo>
                  <a:pt x="807333" y="166507"/>
                  <a:pt x="806654" y="170973"/>
                  <a:pt x="805854" y="175818"/>
                </a:cubicBezTo>
                <a:cubicBezTo>
                  <a:pt x="805055" y="180663"/>
                  <a:pt x="804168" y="185405"/>
                  <a:pt x="803196" y="190044"/>
                </a:cubicBezTo>
                <a:cubicBezTo>
                  <a:pt x="796307" y="193191"/>
                  <a:pt x="789160" y="195459"/>
                  <a:pt x="781754" y="196846"/>
                </a:cubicBezTo>
                <a:cubicBezTo>
                  <a:pt x="774347" y="198233"/>
                  <a:pt x="766579" y="198912"/>
                  <a:pt x="758447" y="198883"/>
                </a:cubicBezTo>
                <a:cubicBezTo>
                  <a:pt x="733069" y="198693"/>
                  <a:pt x="714148" y="192029"/>
                  <a:pt x="701683" y="178891"/>
                </a:cubicBezTo>
                <a:cubicBezTo>
                  <a:pt x="689218" y="165753"/>
                  <a:pt x="683003" y="147281"/>
                  <a:pt x="683038" y="123473"/>
                </a:cubicBezTo>
                <a:cubicBezTo>
                  <a:pt x="682975" y="109606"/>
                  <a:pt x="685219" y="97135"/>
                  <a:pt x="689769" y="86060"/>
                </a:cubicBezTo>
                <a:cubicBezTo>
                  <a:pt x="694320" y="74986"/>
                  <a:pt x="701557" y="66198"/>
                  <a:pt x="711479" y="59696"/>
                </a:cubicBezTo>
                <a:cubicBezTo>
                  <a:pt x="721401" y="53195"/>
                  <a:pt x="734387" y="49870"/>
                  <a:pt x="750437" y="49721"/>
                </a:cubicBezTo>
                <a:close/>
                <a:moveTo>
                  <a:pt x="525285" y="49721"/>
                </a:moveTo>
                <a:cubicBezTo>
                  <a:pt x="551302" y="49859"/>
                  <a:pt x="570534" y="56213"/>
                  <a:pt x="582981" y="68781"/>
                </a:cubicBezTo>
                <a:cubicBezTo>
                  <a:pt x="595429" y="81349"/>
                  <a:pt x="601609" y="99304"/>
                  <a:pt x="601523" y="122645"/>
                </a:cubicBezTo>
                <a:cubicBezTo>
                  <a:pt x="601437" y="147091"/>
                  <a:pt x="595049" y="165874"/>
                  <a:pt x="582360" y="178995"/>
                </a:cubicBezTo>
                <a:cubicBezTo>
                  <a:pt x="569671" y="192115"/>
                  <a:pt x="551198" y="198745"/>
                  <a:pt x="526942" y="198883"/>
                </a:cubicBezTo>
                <a:cubicBezTo>
                  <a:pt x="517597" y="198837"/>
                  <a:pt x="509494" y="197824"/>
                  <a:pt x="502634" y="195844"/>
                </a:cubicBezTo>
                <a:lnTo>
                  <a:pt x="502634" y="248603"/>
                </a:lnTo>
                <a:lnTo>
                  <a:pt x="472250" y="248603"/>
                </a:lnTo>
                <a:lnTo>
                  <a:pt x="472250" y="57456"/>
                </a:lnTo>
                <a:cubicBezTo>
                  <a:pt x="479587" y="55200"/>
                  <a:pt x="487908" y="53358"/>
                  <a:pt x="497213" y="51931"/>
                </a:cubicBezTo>
                <a:cubicBezTo>
                  <a:pt x="506519" y="50504"/>
                  <a:pt x="515876" y="49767"/>
                  <a:pt x="525285" y="49721"/>
                </a:cubicBezTo>
                <a:close/>
                <a:moveTo>
                  <a:pt x="283988" y="49721"/>
                </a:moveTo>
                <a:cubicBezTo>
                  <a:pt x="293788" y="49704"/>
                  <a:pt x="302432" y="50567"/>
                  <a:pt x="309919" y="52311"/>
                </a:cubicBezTo>
                <a:cubicBezTo>
                  <a:pt x="317405" y="54055"/>
                  <a:pt x="323770" y="56782"/>
                  <a:pt x="329013" y="60494"/>
                </a:cubicBezTo>
                <a:cubicBezTo>
                  <a:pt x="336925" y="57024"/>
                  <a:pt x="344924" y="54365"/>
                  <a:pt x="353010" y="52518"/>
                </a:cubicBezTo>
                <a:cubicBezTo>
                  <a:pt x="361095" y="50671"/>
                  <a:pt x="369025" y="49739"/>
                  <a:pt x="376800" y="49721"/>
                </a:cubicBezTo>
                <a:cubicBezTo>
                  <a:pt x="399813" y="49842"/>
                  <a:pt x="416006" y="54503"/>
                  <a:pt x="425381" y="63705"/>
                </a:cubicBezTo>
                <a:cubicBezTo>
                  <a:pt x="434755" y="72907"/>
                  <a:pt x="439278" y="85924"/>
                  <a:pt x="438950" y="102757"/>
                </a:cubicBezTo>
                <a:lnTo>
                  <a:pt x="438950" y="195568"/>
                </a:lnTo>
                <a:lnTo>
                  <a:pt x="408565" y="195568"/>
                </a:lnTo>
                <a:lnTo>
                  <a:pt x="408565" y="107176"/>
                </a:lnTo>
                <a:cubicBezTo>
                  <a:pt x="408715" y="96800"/>
                  <a:pt x="406137" y="88963"/>
                  <a:pt x="400831" y="83662"/>
                </a:cubicBezTo>
                <a:cubicBezTo>
                  <a:pt x="395525" y="78362"/>
                  <a:pt x="386594" y="75704"/>
                  <a:pt x="374037" y="75686"/>
                </a:cubicBezTo>
                <a:cubicBezTo>
                  <a:pt x="369031" y="75698"/>
                  <a:pt x="363990" y="76227"/>
                  <a:pt x="358914" y="77275"/>
                </a:cubicBezTo>
                <a:cubicBezTo>
                  <a:pt x="353838" y="78322"/>
                  <a:pt x="348935" y="79818"/>
                  <a:pt x="344205" y="81763"/>
                </a:cubicBezTo>
                <a:cubicBezTo>
                  <a:pt x="346093" y="87794"/>
                  <a:pt x="347013" y="94792"/>
                  <a:pt x="346967" y="102757"/>
                </a:cubicBezTo>
                <a:lnTo>
                  <a:pt x="346967" y="195568"/>
                </a:lnTo>
                <a:lnTo>
                  <a:pt x="316582" y="195568"/>
                </a:lnTo>
                <a:lnTo>
                  <a:pt x="316582" y="106900"/>
                </a:lnTo>
                <a:cubicBezTo>
                  <a:pt x="316738" y="96657"/>
                  <a:pt x="314079" y="88899"/>
                  <a:pt x="308607" y="83628"/>
                </a:cubicBezTo>
                <a:cubicBezTo>
                  <a:pt x="303134" y="78357"/>
                  <a:pt x="293915" y="75710"/>
                  <a:pt x="280949" y="75686"/>
                </a:cubicBezTo>
                <a:cubicBezTo>
                  <a:pt x="276639" y="75686"/>
                  <a:pt x="272277" y="75894"/>
                  <a:pt x="267863" y="76308"/>
                </a:cubicBezTo>
                <a:cubicBezTo>
                  <a:pt x="263450" y="76722"/>
                  <a:pt x="259157" y="77344"/>
                  <a:pt x="254984" y="78173"/>
                </a:cubicBezTo>
                <a:lnTo>
                  <a:pt x="254984" y="195568"/>
                </a:lnTo>
                <a:lnTo>
                  <a:pt x="224600" y="195568"/>
                </a:lnTo>
                <a:lnTo>
                  <a:pt x="224600" y="57456"/>
                </a:lnTo>
                <a:cubicBezTo>
                  <a:pt x="234360" y="55079"/>
                  <a:pt x="244327" y="53203"/>
                  <a:pt x="254501" y="51828"/>
                </a:cubicBezTo>
                <a:cubicBezTo>
                  <a:pt x="264675" y="50452"/>
                  <a:pt x="274504" y="49750"/>
                  <a:pt x="283988" y="49721"/>
                </a:cubicBezTo>
                <a:close/>
                <a:moveTo>
                  <a:pt x="944528" y="28452"/>
                </a:moveTo>
                <a:cubicBezTo>
                  <a:pt x="941173" y="28435"/>
                  <a:pt x="937593" y="28538"/>
                  <a:pt x="933789" y="28763"/>
                </a:cubicBezTo>
                <a:cubicBezTo>
                  <a:pt x="929986" y="28987"/>
                  <a:pt x="926199" y="29436"/>
                  <a:pt x="922430" y="30109"/>
                </a:cubicBezTo>
                <a:lnTo>
                  <a:pt x="922430" y="101375"/>
                </a:lnTo>
                <a:lnTo>
                  <a:pt x="945633" y="101375"/>
                </a:lnTo>
                <a:cubicBezTo>
                  <a:pt x="960790" y="101312"/>
                  <a:pt x="972047" y="98193"/>
                  <a:pt x="979401" y="92018"/>
                </a:cubicBezTo>
                <a:cubicBezTo>
                  <a:pt x="986756" y="85844"/>
                  <a:pt x="990416" y="76993"/>
                  <a:pt x="990381" y="65466"/>
                </a:cubicBezTo>
                <a:cubicBezTo>
                  <a:pt x="990439" y="52927"/>
                  <a:pt x="986733" y="43616"/>
                  <a:pt x="979263" y="37533"/>
                </a:cubicBezTo>
                <a:cubicBezTo>
                  <a:pt x="971793" y="31450"/>
                  <a:pt x="960215" y="28423"/>
                  <a:pt x="944528" y="28452"/>
                </a:cubicBezTo>
                <a:close/>
                <a:moveTo>
                  <a:pt x="2005917" y="4420"/>
                </a:moveTo>
                <a:lnTo>
                  <a:pt x="2120275" y="4420"/>
                </a:lnTo>
                <a:cubicBezTo>
                  <a:pt x="2119998" y="8558"/>
                  <a:pt x="2119584" y="13127"/>
                  <a:pt x="2119032" y="18128"/>
                </a:cubicBezTo>
                <a:cubicBezTo>
                  <a:pt x="2118479" y="23129"/>
                  <a:pt x="2117789" y="27767"/>
                  <a:pt x="2116960" y="32043"/>
                </a:cubicBezTo>
                <a:lnTo>
                  <a:pt x="2036855" y="32043"/>
                </a:lnTo>
                <a:lnTo>
                  <a:pt x="2036855" y="85631"/>
                </a:lnTo>
                <a:lnTo>
                  <a:pt x="2115026" y="85631"/>
                </a:lnTo>
                <a:cubicBezTo>
                  <a:pt x="2114750" y="89636"/>
                  <a:pt x="2114336" y="94124"/>
                  <a:pt x="2113783" y="99097"/>
                </a:cubicBezTo>
                <a:cubicBezTo>
                  <a:pt x="2113231" y="104069"/>
                  <a:pt x="2112540" y="108695"/>
                  <a:pt x="2111712" y="112977"/>
                </a:cubicBezTo>
                <a:lnTo>
                  <a:pt x="2036855" y="112977"/>
                </a:lnTo>
                <a:lnTo>
                  <a:pt x="2036855" y="195568"/>
                </a:lnTo>
                <a:lnTo>
                  <a:pt x="2005917" y="195568"/>
                </a:lnTo>
                <a:close/>
                <a:moveTo>
                  <a:pt x="1902809" y="2211"/>
                </a:moveTo>
                <a:lnTo>
                  <a:pt x="1902809" y="195568"/>
                </a:lnTo>
                <a:lnTo>
                  <a:pt x="1872425" y="195568"/>
                </a:lnTo>
                <a:lnTo>
                  <a:pt x="1872425" y="6630"/>
                </a:lnTo>
                <a:cubicBezTo>
                  <a:pt x="1876488" y="5479"/>
                  <a:pt x="1881345" y="4466"/>
                  <a:pt x="1886996" y="3592"/>
                </a:cubicBezTo>
                <a:cubicBezTo>
                  <a:pt x="1892647" y="2717"/>
                  <a:pt x="1897918" y="2257"/>
                  <a:pt x="1902809" y="2211"/>
                </a:cubicBezTo>
                <a:close/>
                <a:moveTo>
                  <a:pt x="655034" y="2211"/>
                </a:moveTo>
                <a:lnTo>
                  <a:pt x="655034" y="195568"/>
                </a:lnTo>
                <a:lnTo>
                  <a:pt x="624650" y="195568"/>
                </a:lnTo>
                <a:lnTo>
                  <a:pt x="624650" y="6630"/>
                </a:lnTo>
                <a:cubicBezTo>
                  <a:pt x="628712" y="5479"/>
                  <a:pt x="633569" y="4466"/>
                  <a:pt x="639221" y="3592"/>
                </a:cubicBezTo>
                <a:cubicBezTo>
                  <a:pt x="644872" y="2717"/>
                  <a:pt x="650143" y="2257"/>
                  <a:pt x="655034" y="2211"/>
                </a:cubicBezTo>
                <a:close/>
                <a:moveTo>
                  <a:pt x="943423" y="1382"/>
                </a:moveTo>
                <a:cubicBezTo>
                  <a:pt x="963261" y="1532"/>
                  <a:pt x="978921" y="4393"/>
                  <a:pt x="990401" y="9965"/>
                </a:cubicBezTo>
                <a:cubicBezTo>
                  <a:pt x="1001882" y="15538"/>
                  <a:pt x="1010032" y="22921"/>
                  <a:pt x="1014852" y="32115"/>
                </a:cubicBezTo>
                <a:cubicBezTo>
                  <a:pt x="1019673" y="41308"/>
                  <a:pt x="1022012" y="51413"/>
                  <a:pt x="1021871" y="62428"/>
                </a:cubicBezTo>
                <a:cubicBezTo>
                  <a:pt x="1021715" y="83283"/>
                  <a:pt x="1015051" y="99373"/>
                  <a:pt x="1001879" y="110698"/>
                </a:cubicBezTo>
                <a:cubicBezTo>
                  <a:pt x="988706" y="122023"/>
                  <a:pt x="969958" y="127755"/>
                  <a:pt x="945633" y="127893"/>
                </a:cubicBezTo>
                <a:lnTo>
                  <a:pt x="922430" y="127893"/>
                </a:lnTo>
                <a:lnTo>
                  <a:pt x="922430" y="195292"/>
                </a:lnTo>
                <a:lnTo>
                  <a:pt x="891492" y="195292"/>
                </a:lnTo>
                <a:lnTo>
                  <a:pt x="891492" y="6906"/>
                </a:lnTo>
                <a:cubicBezTo>
                  <a:pt x="898473" y="5347"/>
                  <a:pt x="906610" y="4046"/>
                  <a:pt x="915904" y="3005"/>
                </a:cubicBezTo>
                <a:cubicBezTo>
                  <a:pt x="925198" y="1963"/>
                  <a:pt x="934371" y="1422"/>
                  <a:pt x="943423" y="1382"/>
                </a:cubicBezTo>
                <a:close/>
                <a:moveTo>
                  <a:pt x="2316242" y="1106"/>
                </a:moveTo>
                <a:cubicBezTo>
                  <a:pt x="2321738" y="1215"/>
                  <a:pt x="2326215" y="2999"/>
                  <a:pt x="2329673" y="6458"/>
                </a:cubicBezTo>
                <a:cubicBezTo>
                  <a:pt x="2333132" y="9916"/>
                  <a:pt x="2334916" y="14393"/>
                  <a:pt x="2335025" y="19889"/>
                </a:cubicBezTo>
                <a:cubicBezTo>
                  <a:pt x="2334916" y="25385"/>
                  <a:pt x="2333132" y="29862"/>
                  <a:pt x="2329673" y="33320"/>
                </a:cubicBezTo>
                <a:cubicBezTo>
                  <a:pt x="2326215" y="36779"/>
                  <a:pt x="2321738" y="38563"/>
                  <a:pt x="2316242" y="38672"/>
                </a:cubicBezTo>
                <a:cubicBezTo>
                  <a:pt x="2310614" y="38563"/>
                  <a:pt x="2306056" y="36779"/>
                  <a:pt x="2302569" y="33320"/>
                </a:cubicBezTo>
                <a:cubicBezTo>
                  <a:pt x="2299082" y="29862"/>
                  <a:pt x="2297286" y="25385"/>
                  <a:pt x="2297183" y="19889"/>
                </a:cubicBezTo>
                <a:cubicBezTo>
                  <a:pt x="2297286" y="14393"/>
                  <a:pt x="2299082" y="9916"/>
                  <a:pt x="2302569" y="6458"/>
                </a:cubicBezTo>
                <a:cubicBezTo>
                  <a:pt x="2306056" y="2999"/>
                  <a:pt x="2310614" y="1215"/>
                  <a:pt x="2316242" y="1106"/>
                </a:cubicBezTo>
                <a:close/>
                <a:moveTo>
                  <a:pt x="173117" y="1106"/>
                </a:moveTo>
                <a:cubicBezTo>
                  <a:pt x="178613" y="1215"/>
                  <a:pt x="183090" y="2999"/>
                  <a:pt x="186549" y="6458"/>
                </a:cubicBezTo>
                <a:cubicBezTo>
                  <a:pt x="190007" y="9916"/>
                  <a:pt x="191791" y="14393"/>
                  <a:pt x="191900" y="19889"/>
                </a:cubicBezTo>
                <a:cubicBezTo>
                  <a:pt x="191791" y="25385"/>
                  <a:pt x="190007" y="29862"/>
                  <a:pt x="186549" y="33320"/>
                </a:cubicBezTo>
                <a:cubicBezTo>
                  <a:pt x="183090" y="36779"/>
                  <a:pt x="178613" y="38563"/>
                  <a:pt x="173117" y="38672"/>
                </a:cubicBezTo>
                <a:cubicBezTo>
                  <a:pt x="167489" y="38563"/>
                  <a:pt x="162931" y="36779"/>
                  <a:pt x="159444" y="33320"/>
                </a:cubicBezTo>
                <a:cubicBezTo>
                  <a:pt x="155957" y="29862"/>
                  <a:pt x="154161" y="25385"/>
                  <a:pt x="154058" y="19889"/>
                </a:cubicBezTo>
                <a:cubicBezTo>
                  <a:pt x="154161" y="14393"/>
                  <a:pt x="155957" y="9916"/>
                  <a:pt x="159444" y="6458"/>
                </a:cubicBezTo>
                <a:cubicBezTo>
                  <a:pt x="162931" y="2999"/>
                  <a:pt x="167489" y="1215"/>
                  <a:pt x="173117" y="1106"/>
                </a:cubicBezTo>
                <a:close/>
                <a:moveTo>
                  <a:pt x="68228" y="1"/>
                </a:moveTo>
                <a:cubicBezTo>
                  <a:pt x="77205" y="-11"/>
                  <a:pt x="85906" y="634"/>
                  <a:pt x="94331" y="1934"/>
                </a:cubicBezTo>
                <a:cubicBezTo>
                  <a:pt x="102756" y="3235"/>
                  <a:pt x="110904" y="5261"/>
                  <a:pt x="118777" y="8011"/>
                </a:cubicBezTo>
                <a:cubicBezTo>
                  <a:pt x="118357" y="13496"/>
                  <a:pt x="117678" y="18479"/>
                  <a:pt x="116740" y="22962"/>
                </a:cubicBezTo>
                <a:cubicBezTo>
                  <a:pt x="115802" y="27445"/>
                  <a:pt x="114639" y="31669"/>
                  <a:pt x="113252" y="35634"/>
                </a:cubicBezTo>
                <a:cubicBezTo>
                  <a:pt x="105633" y="32883"/>
                  <a:pt x="97807" y="30857"/>
                  <a:pt x="89773" y="29557"/>
                </a:cubicBezTo>
                <a:cubicBezTo>
                  <a:pt x="81740" y="28256"/>
                  <a:pt x="74466" y="27612"/>
                  <a:pt x="67951" y="27623"/>
                </a:cubicBezTo>
                <a:cubicBezTo>
                  <a:pt x="55976" y="27710"/>
                  <a:pt x="47125" y="29885"/>
                  <a:pt x="41399" y="34149"/>
                </a:cubicBezTo>
                <a:cubicBezTo>
                  <a:pt x="35673" y="38413"/>
                  <a:pt x="32831" y="44249"/>
                  <a:pt x="32871" y="51655"/>
                </a:cubicBezTo>
                <a:cubicBezTo>
                  <a:pt x="32917" y="58710"/>
                  <a:pt x="35518" y="64626"/>
                  <a:pt x="40674" y="69402"/>
                </a:cubicBezTo>
                <a:cubicBezTo>
                  <a:pt x="45831" y="74179"/>
                  <a:pt x="53266" y="78575"/>
                  <a:pt x="62979" y="82592"/>
                </a:cubicBezTo>
                <a:lnTo>
                  <a:pt x="77896" y="88945"/>
                </a:lnTo>
                <a:cubicBezTo>
                  <a:pt x="95315" y="96190"/>
                  <a:pt x="107987" y="104282"/>
                  <a:pt x="115911" y="113219"/>
                </a:cubicBezTo>
                <a:cubicBezTo>
                  <a:pt x="123835" y="122156"/>
                  <a:pt x="127737" y="133216"/>
                  <a:pt x="127616" y="146400"/>
                </a:cubicBezTo>
                <a:cubicBezTo>
                  <a:pt x="127593" y="162530"/>
                  <a:pt x="121631" y="175432"/>
                  <a:pt x="109731" y="185106"/>
                </a:cubicBezTo>
                <a:cubicBezTo>
                  <a:pt x="97830" y="194780"/>
                  <a:pt x="80128" y="199740"/>
                  <a:pt x="56626" y="199988"/>
                </a:cubicBezTo>
                <a:cubicBezTo>
                  <a:pt x="45324" y="199999"/>
                  <a:pt x="34989" y="199148"/>
                  <a:pt x="25620" y="197433"/>
                </a:cubicBezTo>
                <a:cubicBezTo>
                  <a:pt x="16251" y="195718"/>
                  <a:pt x="7711" y="193071"/>
                  <a:pt x="0" y="189491"/>
                </a:cubicBezTo>
                <a:cubicBezTo>
                  <a:pt x="271" y="183926"/>
                  <a:pt x="835" y="178966"/>
                  <a:pt x="1692" y="174610"/>
                </a:cubicBezTo>
                <a:cubicBezTo>
                  <a:pt x="2550" y="170253"/>
                  <a:pt x="3735" y="165914"/>
                  <a:pt x="5248" y="161592"/>
                </a:cubicBezTo>
                <a:cubicBezTo>
                  <a:pt x="13173" y="165183"/>
                  <a:pt x="21632" y="167877"/>
                  <a:pt x="30627" y="169672"/>
                </a:cubicBezTo>
                <a:cubicBezTo>
                  <a:pt x="39621" y="171467"/>
                  <a:pt x="48012" y="172365"/>
                  <a:pt x="55798" y="172365"/>
                </a:cubicBezTo>
                <a:cubicBezTo>
                  <a:pt x="68705" y="172359"/>
                  <a:pt x="78592" y="170299"/>
                  <a:pt x="85457" y="166185"/>
                </a:cubicBezTo>
                <a:cubicBezTo>
                  <a:pt x="92323" y="162070"/>
                  <a:pt x="95787" y="155936"/>
                  <a:pt x="95850" y="147781"/>
                </a:cubicBezTo>
                <a:cubicBezTo>
                  <a:pt x="95954" y="140030"/>
                  <a:pt x="93123" y="133642"/>
                  <a:pt x="87356" y="128618"/>
                </a:cubicBezTo>
                <a:cubicBezTo>
                  <a:pt x="81590" y="123594"/>
                  <a:pt x="72268" y="118381"/>
                  <a:pt x="59388" y="112977"/>
                </a:cubicBezTo>
                <a:lnTo>
                  <a:pt x="45301" y="106900"/>
                </a:lnTo>
                <a:cubicBezTo>
                  <a:pt x="32123" y="101473"/>
                  <a:pt x="21603" y="94510"/>
                  <a:pt x="13742" y="86010"/>
                </a:cubicBezTo>
                <a:cubicBezTo>
                  <a:pt x="5881" y="77511"/>
                  <a:pt x="1853" y="66059"/>
                  <a:pt x="1657" y="51655"/>
                </a:cubicBezTo>
                <a:cubicBezTo>
                  <a:pt x="1634" y="35726"/>
                  <a:pt x="7136" y="23181"/>
                  <a:pt x="18162" y="14019"/>
                </a:cubicBezTo>
                <a:cubicBezTo>
                  <a:pt x="29188" y="4858"/>
                  <a:pt x="45877" y="185"/>
                  <a:pt x="68228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1" name="Forma libre: forma 18">
            <a:extLst>
              <a:ext uri="{FF2B5EF4-FFF2-40B4-BE49-F238E27FC236}">
                <a16:creationId xmlns:a16="http://schemas.microsoft.com/office/drawing/2014/main" id="{38503585-0A69-48A7-AA31-6361439FB922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2" name="Picture 2" descr="Resultado de imagen de DJSI Member Log">
            <a:extLst>
              <a:ext uri="{FF2B5EF4-FFF2-40B4-BE49-F238E27FC236}">
                <a16:creationId xmlns:a16="http://schemas.microsoft.com/office/drawing/2014/main" id="{A876A7B0-CFA8-49C0-ADBB-1741347DC43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upo 19">
            <a:extLst>
              <a:ext uri="{FF2B5EF4-FFF2-40B4-BE49-F238E27FC236}">
                <a16:creationId xmlns:a16="http://schemas.microsoft.com/office/drawing/2014/main" id="{1BFD6B57-0A3C-45ED-8C28-EFB2077CB374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14" name="Imagen 21" descr="Imagen relacionada">
              <a:extLst>
                <a:ext uri="{FF2B5EF4-FFF2-40B4-BE49-F238E27FC236}">
                  <a16:creationId xmlns:a16="http://schemas.microsoft.com/office/drawing/2014/main" id="{951B84BA-1D4D-42C1-89E7-19399F42A65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Imagen 23" descr="Imagen relacionada">
              <a:extLst>
                <a:ext uri="{FF2B5EF4-FFF2-40B4-BE49-F238E27FC236}">
                  <a16:creationId xmlns:a16="http://schemas.microsoft.com/office/drawing/2014/main" id="{9BEF0073-815D-44CC-BC2B-922C398BA8C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CuadroTexto 27">
            <a:extLst>
              <a:ext uri="{FF2B5EF4-FFF2-40B4-BE49-F238E27FC236}">
                <a16:creationId xmlns:a16="http://schemas.microsoft.com/office/drawing/2014/main" id="{1AB8CED5-7232-40B4-958C-13BE54972DF9}"/>
              </a:ext>
            </a:extLst>
          </p:cNvPr>
          <p:cNvSpPr txBox="1"/>
          <p:nvPr userDrawn="1"/>
        </p:nvSpPr>
        <p:spPr>
          <a:xfrm>
            <a:off x="721507" y="628193"/>
            <a:ext cx="33654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>
                <a:solidFill>
                  <a:srgbClr val="EC0000"/>
                </a:solidFill>
                <a:latin typeface="Santander Text" panose="020B0504020201020104" pitchFamily="34" charset="0"/>
              </a:rPr>
              <a:t>Thank You.</a:t>
            </a:r>
          </a:p>
        </p:txBody>
      </p:sp>
      <p:sp>
        <p:nvSpPr>
          <p:cNvPr id="18" name="Forma libre: forma 30">
            <a:extLst>
              <a:ext uri="{FF2B5EF4-FFF2-40B4-BE49-F238E27FC236}">
                <a16:creationId xmlns:a16="http://schemas.microsoft.com/office/drawing/2014/main" id="{849F866A-2FD1-4DAB-A854-06CF2E4CA21A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9" name="CuadroTexto 22">
            <a:extLst>
              <a:ext uri="{FF2B5EF4-FFF2-40B4-BE49-F238E27FC236}">
                <a16:creationId xmlns:a16="http://schemas.microsoft.com/office/drawing/2014/main" id="{B4D7A8E9-EA48-48DD-BB15-5E7E433016ED}"/>
              </a:ext>
            </a:extLst>
          </p:cNvPr>
          <p:cNvSpPr txBox="1"/>
          <p:nvPr userDrawn="1"/>
        </p:nvSpPr>
        <p:spPr>
          <a:xfrm>
            <a:off x="719289" y="1945651"/>
            <a:ext cx="33654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purpose is to help people and businesses prosper.</a:t>
            </a:r>
          </a:p>
          <a:p>
            <a:endParaRPr lang="en-US" sz="1397">
              <a:solidFill>
                <a:srgbClr val="595959"/>
              </a:solidFill>
              <a:latin typeface="Santander Text" panose="020B0504020201020104" pitchFamily="34" charset="0"/>
            </a:endParaRPr>
          </a:p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culture is based on believing </a:t>
            </a:r>
            <a:b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</a:br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that everything we do should be:</a:t>
            </a:r>
          </a:p>
        </p:txBody>
      </p:sp>
      <p:pic>
        <p:nvPicPr>
          <p:cNvPr id="20" name="Gráfico 11">
            <a:extLst>
              <a:ext uri="{FF2B5EF4-FFF2-40B4-BE49-F238E27FC236}">
                <a16:creationId xmlns:a16="http://schemas.microsoft.com/office/drawing/2014/main" id="{D9BB37DD-75A6-4C28-B9F8-BBE9AB84A4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 y conta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orma libre: forma 18">
            <a:extLst>
              <a:ext uri="{FF2B5EF4-FFF2-40B4-BE49-F238E27FC236}">
                <a16:creationId xmlns:a16="http://schemas.microsoft.com/office/drawing/2014/main" id="{B61CF4CC-ED27-4967-A11A-B838DFD4D9A3}"/>
              </a:ext>
            </a:extLst>
          </p:cNvPr>
          <p:cNvSpPr/>
          <p:nvPr/>
        </p:nvSpPr>
        <p:spPr>
          <a:xfrm>
            <a:off x="1" y="5229923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en-US" sz="1600"/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67F54544-030A-41BD-9896-574241C71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  <p:pic>
        <p:nvPicPr>
          <p:cNvPr id="1026" name="Picture 2" descr="Resultado de imagen de DJSI Member Log">
            <a:extLst>
              <a:ext uri="{FF2B5EF4-FFF2-40B4-BE49-F238E27FC236}">
                <a16:creationId xmlns:a16="http://schemas.microsoft.com/office/drawing/2014/main" id="{892B8B9E-DEBC-4365-A4A8-EB9654BA3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4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B163354C-97AE-4FC8-BF01-B7FCA9B2C7C0}"/>
              </a:ext>
            </a:extLst>
          </p:cNvPr>
          <p:cNvSpPr txBox="1"/>
          <p:nvPr/>
        </p:nvSpPr>
        <p:spPr>
          <a:xfrm>
            <a:off x="719287" y="1945650"/>
            <a:ext cx="3365479" cy="1193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2"/>
                </a:solidFill>
                <a:latin typeface="Santander Text" panose="020B0504020201020104" pitchFamily="34" charset="0"/>
              </a:rPr>
              <a:t>Nuestro propósito es ayudar a personas y empresas a prosperar.</a:t>
            </a:r>
          </a:p>
          <a:p>
            <a:endParaRPr lang="en-US" sz="1400">
              <a:solidFill>
                <a:schemeClr val="tx2"/>
              </a:solidFill>
              <a:latin typeface="Santander Text" panose="020B0504020201020104" pitchFamily="34" charset="0"/>
            </a:endParaRPr>
          </a:p>
          <a:p>
            <a:r>
              <a:rPr lang="en-US" sz="1400">
                <a:solidFill>
                  <a:schemeClr val="tx2"/>
                </a:solidFill>
                <a:latin typeface="Santander Text" panose="020B0504020201020104" pitchFamily="34" charset="0"/>
              </a:rPr>
              <a:t>Nuestra cultura se basa en la creencia de que todo lo que hacemos debe ser</a:t>
            </a:r>
          </a:p>
        </p:txBody>
      </p:sp>
      <p:pic>
        <p:nvPicPr>
          <p:cNvPr id="25" name="Gráfico 24">
            <a:extLst>
              <a:ext uri="{FF2B5EF4-FFF2-40B4-BE49-F238E27FC236}">
                <a16:creationId xmlns:a16="http://schemas.microsoft.com/office/drawing/2014/main" id="{B0E05CB1-1BF0-48C0-9240-26433BD086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9151" y="3461863"/>
            <a:ext cx="2790825" cy="202298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68E35268-345F-47C7-ADB2-CE92421E8EED}"/>
              </a:ext>
            </a:extLst>
          </p:cNvPr>
          <p:cNvSpPr txBox="1"/>
          <p:nvPr/>
        </p:nvSpPr>
        <p:spPr>
          <a:xfrm>
            <a:off x="721505" y="628193"/>
            <a:ext cx="3365479" cy="722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chemeClr val="tx2"/>
                </a:solidFill>
                <a:latin typeface="Santander Text" panose="020B0504020201020104" pitchFamily="34" charset="0"/>
              </a:rPr>
              <a:t>Gracias.</a:t>
            </a:r>
          </a:p>
        </p:txBody>
      </p:sp>
      <p:sp>
        <p:nvSpPr>
          <p:cNvPr id="31" name="Forma libre: forma 30">
            <a:extLst>
              <a:ext uri="{FF2B5EF4-FFF2-40B4-BE49-F238E27FC236}">
                <a16:creationId xmlns:a16="http://schemas.microsoft.com/office/drawing/2014/main" id="{073BDF73-2FC7-4E8C-B95B-B68B9F5D3BE9}"/>
              </a:ext>
            </a:extLst>
          </p:cNvPr>
          <p:cNvSpPr/>
          <p:nvPr/>
        </p:nvSpPr>
        <p:spPr>
          <a:xfrm>
            <a:off x="1" y="5229923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38" tIns="45719" rIns="91438" bIns="4571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1"/>
            <a:endParaRPr lang="en-US" sz="1600"/>
          </a:p>
        </p:txBody>
      </p:sp>
      <p:sp>
        <p:nvSpPr>
          <p:cNvPr id="13" name="Forma libre: forma 18">
            <a:extLst>
              <a:ext uri="{FF2B5EF4-FFF2-40B4-BE49-F238E27FC236}">
                <a16:creationId xmlns:a16="http://schemas.microsoft.com/office/drawing/2014/main" id="{B61CF4CC-ED27-4967-A11A-B838DFD4D9A3}"/>
              </a:ext>
            </a:extLst>
          </p:cNvPr>
          <p:cNvSpPr/>
          <p:nvPr userDrawn="1"/>
        </p:nvSpPr>
        <p:spPr>
          <a:xfrm>
            <a:off x="1" y="5229923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en-US" sz="1600"/>
          </a:p>
        </p:txBody>
      </p:sp>
      <p:grpSp>
        <p:nvGrpSpPr>
          <p:cNvPr id="16" name="Grupo 19">
            <a:extLst>
              <a:ext uri="{FF2B5EF4-FFF2-40B4-BE49-F238E27FC236}">
                <a16:creationId xmlns:a16="http://schemas.microsoft.com/office/drawing/2014/main" id="{246620ED-93B0-4966-8E36-4B883B49E634}"/>
              </a:ext>
            </a:extLst>
          </p:cNvPr>
          <p:cNvGrpSpPr/>
          <p:nvPr userDrawn="1"/>
        </p:nvGrpSpPr>
        <p:grpSpPr>
          <a:xfrm>
            <a:off x="7612559" y="5573577"/>
            <a:ext cx="578707" cy="455017"/>
            <a:chOff x="2203451" y="-4230356"/>
            <a:chExt cx="6896100" cy="5422158"/>
          </a:xfrm>
        </p:grpSpPr>
        <p:pic>
          <p:nvPicPr>
            <p:cNvPr id="17" name="Imagen 21" descr="Imagen relacionada">
              <a:extLst>
                <a:ext uri="{FF2B5EF4-FFF2-40B4-BE49-F238E27FC236}">
                  <a16:creationId xmlns:a16="http://schemas.microsoft.com/office/drawing/2014/main" id="{E4D48186-AF8E-4052-97D2-CCAFD0E1AC7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544" t="3352" r="22378" b="28229"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Imagen 23" descr="Imagen relacionada">
              <a:extLst>
                <a:ext uri="{FF2B5EF4-FFF2-40B4-BE49-F238E27FC236}">
                  <a16:creationId xmlns:a16="http://schemas.microsoft.com/office/drawing/2014/main" id="{411507B2-E393-4DDC-B151-70751F9943C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757"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Forma libre: forma 30">
            <a:extLst>
              <a:ext uri="{FF2B5EF4-FFF2-40B4-BE49-F238E27FC236}">
                <a16:creationId xmlns:a16="http://schemas.microsoft.com/office/drawing/2014/main" id="{073BDF73-2FC7-4E8C-B95B-B68B9F5D3BE9}"/>
              </a:ext>
            </a:extLst>
          </p:cNvPr>
          <p:cNvSpPr/>
          <p:nvPr userDrawn="1"/>
        </p:nvSpPr>
        <p:spPr>
          <a:xfrm>
            <a:off x="1" y="5229923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38" tIns="45719" rIns="91438" bIns="4571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1"/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059060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7D5BABB-E418-4C4C-B240-ED71FDCD655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7753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7D5BABB-E418-4C4C-B240-ED71FDCD655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AB49A0A-6AF1-40E1-BFB4-A2F6424A82A5}"/>
              </a:ext>
            </a:extLst>
          </p:cNvPr>
          <p:cNvGrpSpPr/>
          <p:nvPr userDrawn="1"/>
        </p:nvGrpSpPr>
        <p:grpSpPr>
          <a:xfrm>
            <a:off x="1200" y="-5773"/>
            <a:ext cx="12189600" cy="6869546"/>
            <a:chOff x="1200" y="-5773"/>
            <a:chExt cx="12189600" cy="6869546"/>
          </a:xfrm>
        </p:grpSpPr>
        <p:sp>
          <p:nvSpPr>
            <p:cNvPr id="49" name="Slide edges">
              <a:extLst>
                <a:ext uri="{FF2B5EF4-FFF2-40B4-BE49-F238E27FC236}">
                  <a16:creationId xmlns:a16="http://schemas.microsoft.com/office/drawing/2014/main" id="{A203E1A4-EEEE-4C40-9E9D-602663E2B2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0" y="-5773"/>
              <a:ext cx="12189600" cy="6869546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50" name="Whitespace measure">
              <a:extLst>
                <a:ext uri="{FF2B5EF4-FFF2-40B4-BE49-F238E27FC236}">
                  <a16:creationId xmlns:a16="http://schemas.microsoft.com/office/drawing/2014/main" id="{CB565F2A-9199-480A-A07D-D8D22D2E61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1494507"/>
              <a:ext cx="11263080" cy="581036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Rectangle 6">
              <a:extLst>
                <a:ext uri="{FF2B5EF4-FFF2-40B4-BE49-F238E27FC236}">
                  <a16:creationId xmlns:a16="http://schemas.microsoft.com/office/drawing/2014/main" id="{1F48D905-AD26-4461-8806-A460422F0D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8799" y="1502190"/>
              <a:ext cx="10942499" cy="5810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2C76E5C-A078-4F1A-A28E-AF5F5B305D5C}"/>
                </a:ext>
              </a:extLst>
            </p:cNvPr>
            <p:cNvSpPr/>
            <p:nvPr/>
          </p:nvSpPr>
          <p:spPr>
            <a:xfrm>
              <a:off x="1200" y="0"/>
              <a:ext cx="12189600" cy="6863103"/>
            </a:xfrm>
            <a:custGeom>
              <a:avLst/>
              <a:gdLst>
                <a:gd name="connsiteX0" fmla="*/ 463260 w 12189600"/>
                <a:gd name="connsiteY0" fmla="*/ 623550 h 6863103"/>
                <a:gd name="connsiteX1" fmla="*/ 463260 w 12189600"/>
                <a:gd name="connsiteY1" fmla="*/ 6742382 h 6863103"/>
                <a:gd name="connsiteX2" fmla="*/ 11726340 w 12189600"/>
                <a:gd name="connsiteY2" fmla="*/ 6742382 h 6863103"/>
                <a:gd name="connsiteX3" fmla="*/ 11726340 w 12189600"/>
                <a:gd name="connsiteY3" fmla="*/ 623550 h 6863103"/>
                <a:gd name="connsiteX4" fmla="*/ 0 w 12189600"/>
                <a:gd name="connsiteY4" fmla="*/ 0 h 6863103"/>
                <a:gd name="connsiteX5" fmla="*/ 12189600 w 12189600"/>
                <a:gd name="connsiteY5" fmla="*/ 0 h 6863103"/>
                <a:gd name="connsiteX6" fmla="*/ 12189600 w 12189600"/>
                <a:gd name="connsiteY6" fmla="*/ 6863103 h 6863103"/>
                <a:gd name="connsiteX7" fmla="*/ 0 w 12189600"/>
                <a:gd name="connsiteY7" fmla="*/ 6863103 h 686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9600" h="6863103">
                  <a:moveTo>
                    <a:pt x="463260" y="623550"/>
                  </a:moveTo>
                  <a:lnTo>
                    <a:pt x="463260" y="6742382"/>
                  </a:lnTo>
                  <a:lnTo>
                    <a:pt x="11726340" y="6742382"/>
                  </a:lnTo>
                  <a:lnTo>
                    <a:pt x="11726340" y="623550"/>
                  </a:lnTo>
                  <a:close/>
                  <a:moveTo>
                    <a:pt x="0" y="0"/>
                  </a:moveTo>
                  <a:lnTo>
                    <a:pt x="12189600" y="0"/>
                  </a:lnTo>
                  <a:lnTo>
                    <a:pt x="12189600" y="6863103"/>
                  </a:lnTo>
                  <a:lnTo>
                    <a:pt x="0" y="6863103"/>
                  </a:lnTo>
                  <a:close/>
                </a:path>
              </a:pathLst>
            </a:custGeom>
            <a:solidFill>
              <a:srgbClr val="FF9797">
                <a:alpha val="4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3" name="Freeform 8">
              <a:extLst>
                <a:ext uri="{FF2B5EF4-FFF2-40B4-BE49-F238E27FC236}">
                  <a16:creationId xmlns:a16="http://schemas.microsoft.com/office/drawing/2014/main" id="{7A2A0051-60F4-4578-92F3-986A9BBE389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00" y="0"/>
              <a:ext cx="12189600" cy="6863103"/>
            </a:xfrm>
            <a:custGeom>
              <a:avLst/>
              <a:gdLst>
                <a:gd name="T0" fmla="*/ 310 w 6021"/>
                <a:gd name="T1" fmla="*/ 742 h 3390"/>
                <a:gd name="T2" fmla="*/ 310 w 6021"/>
                <a:gd name="T3" fmla="*/ 742 h 3390"/>
                <a:gd name="T4" fmla="*/ 310 w 6021"/>
                <a:gd name="T5" fmla="*/ 310 h 3390"/>
                <a:gd name="T6" fmla="*/ 5715 w 6021"/>
                <a:gd name="T7" fmla="*/ 310 h 3390"/>
                <a:gd name="T8" fmla="*/ 5715 w 6021"/>
                <a:gd name="T9" fmla="*/ 742 h 3390"/>
                <a:gd name="T10" fmla="*/ 5715 w 6021"/>
                <a:gd name="T11" fmla="*/ 1029 h 3390"/>
                <a:gd name="T12" fmla="*/ 5715 w 6021"/>
                <a:gd name="T13" fmla="*/ 3040 h 3390"/>
                <a:gd name="T14" fmla="*/ 5715 w 6021"/>
                <a:gd name="T15" fmla="*/ 3043 h 3390"/>
                <a:gd name="T16" fmla="*/ 5715 w 6021"/>
                <a:gd name="T17" fmla="*/ 3230 h 3390"/>
                <a:gd name="T18" fmla="*/ 310 w 6021"/>
                <a:gd name="T19" fmla="*/ 3230 h 3390"/>
                <a:gd name="T20" fmla="*/ 310 w 6021"/>
                <a:gd name="T21" fmla="*/ 3040 h 3390"/>
                <a:gd name="T22" fmla="*/ 310 w 6021"/>
                <a:gd name="T23" fmla="*/ 1029 h 3390"/>
                <a:gd name="T24" fmla="*/ 310 w 6021"/>
                <a:gd name="T25" fmla="*/ 742 h 3390"/>
                <a:gd name="T26" fmla="*/ 6021 w 6021"/>
                <a:gd name="T27" fmla="*/ 0 h 3390"/>
                <a:gd name="T28" fmla="*/ 0 w 6021"/>
                <a:gd name="T29" fmla="*/ 0 h 3390"/>
                <a:gd name="T30" fmla="*/ 0 w 6021"/>
                <a:gd name="T31" fmla="*/ 3390 h 3390"/>
                <a:gd name="T32" fmla="*/ 6021 w 6021"/>
                <a:gd name="T33" fmla="*/ 3390 h 3390"/>
                <a:gd name="T34" fmla="*/ 6021 w 6021"/>
                <a:gd name="T35" fmla="*/ 0 h 33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21" h="3390">
                  <a:moveTo>
                    <a:pt x="310" y="742"/>
                  </a:moveTo>
                  <a:lnTo>
                    <a:pt x="310" y="742"/>
                  </a:lnTo>
                  <a:lnTo>
                    <a:pt x="310" y="310"/>
                  </a:lnTo>
                  <a:lnTo>
                    <a:pt x="5715" y="310"/>
                  </a:lnTo>
                  <a:lnTo>
                    <a:pt x="5715" y="742"/>
                  </a:lnTo>
                  <a:lnTo>
                    <a:pt x="5715" y="1029"/>
                  </a:lnTo>
                  <a:lnTo>
                    <a:pt x="5715" y="3040"/>
                  </a:lnTo>
                  <a:lnTo>
                    <a:pt x="5715" y="3043"/>
                  </a:lnTo>
                  <a:lnTo>
                    <a:pt x="5715" y="3230"/>
                  </a:lnTo>
                  <a:lnTo>
                    <a:pt x="310" y="3230"/>
                  </a:lnTo>
                  <a:lnTo>
                    <a:pt x="310" y="3040"/>
                  </a:lnTo>
                  <a:lnTo>
                    <a:pt x="310" y="1029"/>
                  </a:lnTo>
                  <a:lnTo>
                    <a:pt x="310" y="742"/>
                  </a:lnTo>
                  <a:moveTo>
                    <a:pt x="6021" y="0"/>
                  </a:moveTo>
                  <a:lnTo>
                    <a:pt x="0" y="0"/>
                  </a:lnTo>
                  <a:lnTo>
                    <a:pt x="0" y="3390"/>
                  </a:lnTo>
                  <a:lnTo>
                    <a:pt x="6021" y="3390"/>
                  </a:lnTo>
                  <a:lnTo>
                    <a:pt x="602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43EAF2E-0CBB-4E51-8EB1-8FCC0F57ACAB}"/>
                </a:ext>
              </a:extLst>
            </p:cNvPr>
            <p:cNvGrpSpPr/>
            <p:nvPr/>
          </p:nvGrpSpPr>
          <p:grpSpPr>
            <a:xfrm>
              <a:off x="1383311" y="623550"/>
              <a:ext cx="9425383" cy="5537047"/>
              <a:chOff x="1383311" y="623550"/>
              <a:chExt cx="9425383" cy="5537047"/>
            </a:xfrm>
          </p:grpSpPr>
          <p:sp>
            <p:nvSpPr>
              <p:cNvPr id="81" name="Rectangle 34">
                <a:extLst>
                  <a:ext uri="{FF2B5EF4-FFF2-40B4-BE49-F238E27FC236}">
                    <a16:creationId xmlns:a16="http://schemas.microsoft.com/office/drawing/2014/main" id="{E5B68981-9E6A-42E0-A5F0-88E8D736F4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74150" y="623550"/>
                <a:ext cx="289506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Rectangle 35">
                <a:extLst>
                  <a:ext uri="{FF2B5EF4-FFF2-40B4-BE49-F238E27FC236}">
                    <a16:creationId xmlns:a16="http://schemas.microsoft.com/office/drawing/2014/main" id="{B7BC22FB-D705-4FCF-A595-BF8A77C718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03755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Rectangle 36">
                <a:extLst>
                  <a:ext uri="{FF2B5EF4-FFF2-40B4-BE49-F238E27FC236}">
                    <a16:creationId xmlns:a16="http://schemas.microsoft.com/office/drawing/2014/main" id="{12E37755-0749-4074-8371-6B3062806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0977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4" name="Rectangle 37">
                <a:extLst>
                  <a:ext uri="{FF2B5EF4-FFF2-40B4-BE49-F238E27FC236}">
                    <a16:creationId xmlns:a16="http://schemas.microsoft.com/office/drawing/2014/main" id="{05865904-E0F1-4D6D-B781-0E59855F49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16533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Rectangle 38">
                <a:extLst>
                  <a:ext uri="{FF2B5EF4-FFF2-40B4-BE49-F238E27FC236}">
                    <a16:creationId xmlns:a16="http://schemas.microsoft.com/office/drawing/2014/main" id="{989F1666-50F0-49EF-8875-A418DF1FC2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29311" y="623550"/>
                <a:ext cx="279383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Rectangle 39">
                <a:extLst>
                  <a:ext uri="{FF2B5EF4-FFF2-40B4-BE49-F238E27FC236}">
                    <a16:creationId xmlns:a16="http://schemas.microsoft.com/office/drawing/2014/main" id="{5F30DFCB-AB0D-4E46-B2AC-F6D32B1377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3274" y="623550"/>
                <a:ext cx="293555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Rectangle 40">
                <a:extLst>
                  <a:ext uri="{FF2B5EF4-FFF2-40B4-BE49-F238E27FC236}">
                    <a16:creationId xmlns:a16="http://schemas.microsoft.com/office/drawing/2014/main" id="{A9C664C9-86CD-4128-BF89-8AEBFC206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83311" y="623550"/>
                <a:ext cx="29153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Rectangle 41">
                <a:extLst>
                  <a:ext uri="{FF2B5EF4-FFF2-40B4-BE49-F238E27FC236}">
                    <a16:creationId xmlns:a16="http://schemas.microsoft.com/office/drawing/2014/main" id="{AC343271-8BBA-4DF6-BCBE-3858B087F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2162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9" name="Rectangle 42">
                <a:extLst>
                  <a:ext uri="{FF2B5EF4-FFF2-40B4-BE49-F238E27FC236}">
                    <a16:creationId xmlns:a16="http://schemas.microsoft.com/office/drawing/2014/main" id="{307CE1BC-F36B-4566-B87B-DC17D2F30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14940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0" name="Rectangle 43">
                <a:extLst>
                  <a:ext uri="{FF2B5EF4-FFF2-40B4-BE49-F238E27FC236}">
                    <a16:creationId xmlns:a16="http://schemas.microsoft.com/office/drawing/2014/main" id="{30374327-BE62-4C6D-BD57-B5537445C3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27718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1" name="Rectangle 44">
                <a:extLst>
                  <a:ext uri="{FF2B5EF4-FFF2-40B4-BE49-F238E27FC236}">
                    <a16:creationId xmlns:a16="http://schemas.microsoft.com/office/drawing/2014/main" id="{EE30E763-D031-4AC7-9B06-6A76572486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40496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55" name="Live space">
              <a:extLst>
                <a:ext uri="{FF2B5EF4-FFF2-40B4-BE49-F238E27FC236}">
                  <a16:creationId xmlns:a16="http://schemas.microsoft.com/office/drawing/2014/main" id="{5C5B4D64-13F1-4A63-AD21-D8428BBDF496}"/>
                </a:ext>
              </a:extLst>
            </p:cNvPr>
            <p:cNvSpPr/>
            <p:nvPr/>
          </p:nvSpPr>
          <p:spPr>
            <a:xfrm>
              <a:off x="464460" y="2075543"/>
              <a:ext cx="11263080" cy="4079875"/>
            </a:xfrm>
            <a:prstGeom prst="rect">
              <a:avLst/>
            </a:prstGeom>
            <a:noFill/>
            <a:ln w="9525">
              <a:solidFill>
                <a:srgbClr val="EB0000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>
                <a:lnSpc>
                  <a:spcPct val="90000"/>
                </a:lnSpc>
                <a:spcAft>
                  <a:spcPts val="1000"/>
                </a:spcAft>
              </a:pPr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57" name="Footnote measure">
              <a:extLst>
                <a:ext uri="{FF2B5EF4-FFF2-40B4-BE49-F238E27FC236}">
                  <a16:creationId xmlns:a16="http://schemas.microsoft.com/office/drawing/2014/main" id="{84BC01FA-BA0E-4202-B562-5D00D83B8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6155418"/>
              <a:ext cx="11263080" cy="586964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92E0A110-61E3-4A63-B95A-387E4649239E}"/>
                </a:ext>
              </a:extLst>
            </p:cNvPr>
            <p:cNvGrpSpPr/>
            <p:nvPr/>
          </p:nvGrpSpPr>
          <p:grpSpPr>
            <a:xfrm>
              <a:off x="1200" y="623550"/>
              <a:ext cx="12189600" cy="5531868"/>
              <a:chOff x="1200" y="623550"/>
              <a:chExt cx="12189600" cy="5531868"/>
            </a:xfrm>
          </p:grpSpPr>
          <p:sp>
            <p:nvSpPr>
              <p:cNvPr id="61" name="Line 14">
                <a:extLst>
                  <a:ext uri="{FF2B5EF4-FFF2-40B4-BE49-F238E27FC236}">
                    <a16:creationId xmlns:a16="http://schemas.microsoft.com/office/drawing/2014/main" id="{78C6C7E6-27BB-42F2-B1DC-3FD5A1C96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91470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2" name="Line 15">
                <a:extLst>
                  <a:ext uri="{FF2B5EF4-FFF2-40B4-BE49-F238E27FC236}">
                    <a16:creationId xmlns:a16="http://schemas.microsoft.com/office/drawing/2014/main" id="{C619F5E2-1EA6-44AF-9FC0-8B16662B9F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2355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3" name="Line 17">
                <a:extLst>
                  <a:ext uri="{FF2B5EF4-FFF2-40B4-BE49-F238E27FC236}">
                    <a16:creationId xmlns:a16="http://schemas.microsoft.com/office/drawing/2014/main" id="{F50A9CFE-2B26-4A94-8B99-5AFF5B8830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20585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4" name="Line 18">
                <a:extLst>
                  <a:ext uri="{FF2B5EF4-FFF2-40B4-BE49-F238E27FC236}">
                    <a16:creationId xmlns:a16="http://schemas.microsoft.com/office/drawing/2014/main" id="{100E0D86-B629-4360-8A30-B2F996C1F0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49700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5" name="Line 19">
                <a:extLst>
                  <a:ext uri="{FF2B5EF4-FFF2-40B4-BE49-F238E27FC236}">
                    <a16:creationId xmlns:a16="http://schemas.microsoft.com/office/drawing/2014/main" id="{9AFFC03E-3601-4E4B-BB98-7BF1927CD6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78815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6" name="Line 20">
                <a:extLst>
                  <a:ext uri="{FF2B5EF4-FFF2-40B4-BE49-F238E27FC236}">
                    <a16:creationId xmlns:a16="http://schemas.microsoft.com/office/drawing/2014/main" id="{81E2A333-3773-4DB0-811B-FAC94325F6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07930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7" name="Line 21">
                <a:extLst>
                  <a:ext uri="{FF2B5EF4-FFF2-40B4-BE49-F238E27FC236}">
                    <a16:creationId xmlns:a16="http://schemas.microsoft.com/office/drawing/2014/main" id="{D8BECD09-A0EC-48FA-96F5-4AC66CBF785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37045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8" name="Line 22">
                <a:extLst>
                  <a:ext uri="{FF2B5EF4-FFF2-40B4-BE49-F238E27FC236}">
                    <a16:creationId xmlns:a16="http://schemas.microsoft.com/office/drawing/2014/main" id="{B892EB3A-A9CF-43CD-9C6D-1FB72DCBCB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66160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9" name="Line 23">
                <a:extLst>
                  <a:ext uri="{FF2B5EF4-FFF2-40B4-BE49-F238E27FC236}">
                    <a16:creationId xmlns:a16="http://schemas.microsoft.com/office/drawing/2014/main" id="{50C6B780-838F-4043-8237-DCA2E4B7B0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95275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0" name="Line 24">
                <a:extLst>
                  <a:ext uri="{FF2B5EF4-FFF2-40B4-BE49-F238E27FC236}">
                    <a16:creationId xmlns:a16="http://schemas.microsoft.com/office/drawing/2014/main" id="{A1E6E76A-C7AC-44B9-9357-C9F22154A6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243909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1" name="Line 25">
                <a:extLst>
                  <a:ext uri="{FF2B5EF4-FFF2-40B4-BE49-F238E27FC236}">
                    <a16:creationId xmlns:a16="http://schemas.microsoft.com/office/drawing/2014/main" id="{A76627BB-53C9-430C-ADA8-70341EED01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53506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2" name="Line 26">
                <a:extLst>
                  <a:ext uri="{FF2B5EF4-FFF2-40B4-BE49-F238E27FC236}">
                    <a16:creationId xmlns:a16="http://schemas.microsoft.com/office/drawing/2014/main" id="{6849FC69-83FB-4848-A829-BDFD7D4D8D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82621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3" name="Line 27">
                <a:extLst>
                  <a:ext uri="{FF2B5EF4-FFF2-40B4-BE49-F238E27FC236}">
                    <a16:creationId xmlns:a16="http://schemas.microsoft.com/office/drawing/2014/main" id="{2CDEB07D-DEC1-4021-B0BF-C61873BBA7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11736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4" name="Line 28">
                <a:extLst>
                  <a:ext uri="{FF2B5EF4-FFF2-40B4-BE49-F238E27FC236}">
                    <a16:creationId xmlns:a16="http://schemas.microsoft.com/office/drawing/2014/main" id="{B269640E-C908-462E-9A93-D470450279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40851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5" name="Line 29">
                <a:extLst>
                  <a:ext uri="{FF2B5EF4-FFF2-40B4-BE49-F238E27FC236}">
                    <a16:creationId xmlns:a16="http://schemas.microsoft.com/office/drawing/2014/main" id="{8923C160-0712-41C4-B146-4EE68A519C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69966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Line 30">
                <a:extLst>
                  <a:ext uri="{FF2B5EF4-FFF2-40B4-BE49-F238E27FC236}">
                    <a16:creationId xmlns:a16="http://schemas.microsoft.com/office/drawing/2014/main" id="{F0426A67-08EF-45AF-B08E-BBDBF89B70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99081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Line 31">
                <a:extLst>
                  <a:ext uri="{FF2B5EF4-FFF2-40B4-BE49-F238E27FC236}">
                    <a16:creationId xmlns:a16="http://schemas.microsoft.com/office/drawing/2014/main" id="{44806CA8-0DA4-476B-943B-0CDFEF0AEF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28196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Line 32">
                <a:extLst>
                  <a:ext uri="{FF2B5EF4-FFF2-40B4-BE49-F238E27FC236}">
                    <a16:creationId xmlns:a16="http://schemas.microsoft.com/office/drawing/2014/main" id="{5A3E6186-0DB5-4B39-8D88-6BC4657CA1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57311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Line 16">
                <a:extLst>
                  <a:ext uri="{FF2B5EF4-FFF2-40B4-BE49-F238E27FC236}">
                    <a16:creationId xmlns:a16="http://schemas.microsoft.com/office/drawing/2014/main" id="{A4C522B0-69BC-4944-874D-7BB6E68EDF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15541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Line 33">
                <a:extLst>
                  <a:ext uri="{FF2B5EF4-FFF2-40B4-BE49-F238E27FC236}">
                    <a16:creationId xmlns:a16="http://schemas.microsoft.com/office/drawing/2014/main" id="{D16F2540-FE5A-409B-884D-FB8AF36AFC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86426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59" name="Five column measure">
              <a:extLst>
                <a:ext uri="{FF2B5EF4-FFF2-40B4-BE49-F238E27FC236}">
                  <a16:creationId xmlns:a16="http://schemas.microsoft.com/office/drawing/2014/main" id="{B9F29F1E-83EB-4EAC-9129-41F81683EC8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8799" y="5976438"/>
              <a:ext cx="10942499" cy="66810"/>
            </a:xfrm>
            <a:custGeom>
              <a:avLst/>
              <a:gdLst>
                <a:gd name="T0" fmla="*/ 1113 w 5405"/>
                <a:gd name="T1" fmla="*/ 0 h 33"/>
                <a:gd name="T2" fmla="*/ 2068 w 5405"/>
                <a:gd name="T3" fmla="*/ 0 h 33"/>
                <a:gd name="T4" fmla="*/ 2068 w 5405"/>
                <a:gd name="T5" fmla="*/ 33 h 33"/>
                <a:gd name="T6" fmla="*/ 1113 w 5405"/>
                <a:gd name="T7" fmla="*/ 33 h 33"/>
                <a:gd name="T8" fmla="*/ 1113 w 5405"/>
                <a:gd name="T9" fmla="*/ 0 h 33"/>
                <a:gd name="T10" fmla="*/ 1113 w 5405"/>
                <a:gd name="T11" fmla="*/ 0 h 33"/>
                <a:gd name="T12" fmla="*/ 4449 w 5405"/>
                <a:gd name="T13" fmla="*/ 0 h 33"/>
                <a:gd name="T14" fmla="*/ 4449 w 5405"/>
                <a:gd name="T15" fmla="*/ 33 h 33"/>
                <a:gd name="T16" fmla="*/ 5405 w 5405"/>
                <a:gd name="T17" fmla="*/ 33 h 33"/>
                <a:gd name="T18" fmla="*/ 5405 w 5405"/>
                <a:gd name="T19" fmla="*/ 0 h 33"/>
                <a:gd name="T20" fmla="*/ 4449 w 5405"/>
                <a:gd name="T21" fmla="*/ 0 h 33"/>
                <a:gd name="T22" fmla="*/ 4449 w 5405"/>
                <a:gd name="T23" fmla="*/ 0 h 33"/>
                <a:gd name="T24" fmla="*/ 3337 w 5405"/>
                <a:gd name="T25" fmla="*/ 0 h 33"/>
                <a:gd name="T26" fmla="*/ 3337 w 5405"/>
                <a:gd name="T27" fmla="*/ 33 h 33"/>
                <a:gd name="T28" fmla="*/ 4293 w 5405"/>
                <a:gd name="T29" fmla="*/ 33 h 33"/>
                <a:gd name="T30" fmla="*/ 4293 w 5405"/>
                <a:gd name="T31" fmla="*/ 0 h 33"/>
                <a:gd name="T32" fmla="*/ 3337 w 5405"/>
                <a:gd name="T33" fmla="*/ 0 h 33"/>
                <a:gd name="T34" fmla="*/ 3337 w 5405"/>
                <a:gd name="T35" fmla="*/ 0 h 33"/>
                <a:gd name="T36" fmla="*/ 2225 w 5405"/>
                <a:gd name="T37" fmla="*/ 0 h 33"/>
                <a:gd name="T38" fmla="*/ 2225 w 5405"/>
                <a:gd name="T39" fmla="*/ 33 h 33"/>
                <a:gd name="T40" fmla="*/ 3180 w 5405"/>
                <a:gd name="T41" fmla="*/ 33 h 33"/>
                <a:gd name="T42" fmla="*/ 3180 w 5405"/>
                <a:gd name="T43" fmla="*/ 0 h 33"/>
                <a:gd name="T44" fmla="*/ 2225 w 5405"/>
                <a:gd name="T45" fmla="*/ 0 h 33"/>
                <a:gd name="T46" fmla="*/ 2225 w 5405"/>
                <a:gd name="T47" fmla="*/ 0 h 33"/>
                <a:gd name="T48" fmla="*/ 0 w 5405"/>
                <a:gd name="T49" fmla="*/ 0 h 33"/>
                <a:gd name="T50" fmla="*/ 0 w 5405"/>
                <a:gd name="T51" fmla="*/ 33 h 33"/>
                <a:gd name="T52" fmla="*/ 955 w 5405"/>
                <a:gd name="T53" fmla="*/ 33 h 33"/>
                <a:gd name="T54" fmla="*/ 955 w 5405"/>
                <a:gd name="T55" fmla="*/ 0 h 33"/>
                <a:gd name="T56" fmla="*/ 0 w 5405"/>
                <a:gd name="T57" fmla="*/ 0 h 33"/>
                <a:gd name="T58" fmla="*/ 0 w 5405"/>
                <a:gd name="T59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5405" h="33">
                  <a:moveTo>
                    <a:pt x="1113" y="0"/>
                  </a:moveTo>
                  <a:lnTo>
                    <a:pt x="2068" y="0"/>
                  </a:lnTo>
                  <a:lnTo>
                    <a:pt x="2068" y="33"/>
                  </a:lnTo>
                  <a:lnTo>
                    <a:pt x="1113" y="33"/>
                  </a:lnTo>
                  <a:lnTo>
                    <a:pt x="1113" y="0"/>
                  </a:lnTo>
                  <a:lnTo>
                    <a:pt x="1113" y="0"/>
                  </a:lnTo>
                  <a:close/>
                  <a:moveTo>
                    <a:pt x="4449" y="0"/>
                  </a:moveTo>
                  <a:lnTo>
                    <a:pt x="4449" y="33"/>
                  </a:lnTo>
                  <a:lnTo>
                    <a:pt x="5405" y="33"/>
                  </a:lnTo>
                  <a:lnTo>
                    <a:pt x="5405" y="0"/>
                  </a:lnTo>
                  <a:lnTo>
                    <a:pt x="4449" y="0"/>
                  </a:lnTo>
                  <a:lnTo>
                    <a:pt x="4449" y="0"/>
                  </a:lnTo>
                  <a:close/>
                  <a:moveTo>
                    <a:pt x="3337" y="0"/>
                  </a:moveTo>
                  <a:lnTo>
                    <a:pt x="3337" y="33"/>
                  </a:lnTo>
                  <a:lnTo>
                    <a:pt x="4293" y="33"/>
                  </a:lnTo>
                  <a:lnTo>
                    <a:pt x="4293" y="0"/>
                  </a:lnTo>
                  <a:lnTo>
                    <a:pt x="3337" y="0"/>
                  </a:lnTo>
                  <a:lnTo>
                    <a:pt x="3337" y="0"/>
                  </a:lnTo>
                  <a:close/>
                  <a:moveTo>
                    <a:pt x="2225" y="0"/>
                  </a:moveTo>
                  <a:lnTo>
                    <a:pt x="2225" y="33"/>
                  </a:lnTo>
                  <a:lnTo>
                    <a:pt x="3180" y="33"/>
                  </a:lnTo>
                  <a:lnTo>
                    <a:pt x="3180" y="0"/>
                  </a:lnTo>
                  <a:lnTo>
                    <a:pt x="2225" y="0"/>
                  </a:lnTo>
                  <a:lnTo>
                    <a:pt x="2225" y="0"/>
                  </a:lnTo>
                  <a:close/>
                  <a:moveTo>
                    <a:pt x="0" y="0"/>
                  </a:moveTo>
                  <a:lnTo>
                    <a:pt x="0" y="33"/>
                  </a:lnTo>
                  <a:lnTo>
                    <a:pt x="955" y="33"/>
                  </a:lnTo>
                  <a:lnTo>
                    <a:pt x="9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BFBF">
                <a:alpha val="15000"/>
              </a:srgb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Footnote example">
              <a:extLst>
                <a:ext uri="{FF2B5EF4-FFF2-40B4-BE49-F238E27FC236}">
                  <a16:creationId xmlns:a16="http://schemas.microsoft.com/office/drawing/2014/main" id="{E8D683A9-6AE1-4BA8-8ED7-86DF9F8BDE85}"/>
                </a:ext>
              </a:extLst>
            </p:cNvPr>
            <p:cNvSpPr txBox="1"/>
            <p:nvPr/>
          </p:nvSpPr>
          <p:spPr>
            <a:xfrm>
              <a:off x="1688182" y="6368431"/>
              <a:ext cx="9030914" cy="373949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1. xxxx  2. xxxx  3. List footnotes in numerical order. Footnote numbers are not bracketed. Use 9pt font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  <a:endParaRPr kumimoji="0" lang="en-US" sz="900" b="0" i="0" u="none" strike="noStrike" kern="1200" cap="none" spc="0" normalizeH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sym typeface="Trebuchet MS" panose="020B0603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599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537577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84" imgH="384" progId="TCLayout.ActiveDocument.1">
                  <p:embed/>
                </p:oleObj>
              </mc:Choice>
              <mc:Fallback>
                <p:oleObj name="think-cell Slide" r:id="rId4" imgW="384" imgH="38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Forma libre: forma 18">
            <a:extLst>
              <a:ext uri="{FF2B5EF4-FFF2-40B4-BE49-F238E27FC236}">
                <a16:creationId xmlns:a16="http://schemas.microsoft.com/office/drawing/2014/main" id="{116E2EC4-B1EB-4979-A176-74F38479A7EA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7" name="Picture 2" descr="Resultado de imagen de DJSI Member Log">
            <a:extLst>
              <a:ext uri="{FF2B5EF4-FFF2-40B4-BE49-F238E27FC236}">
                <a16:creationId xmlns:a16="http://schemas.microsoft.com/office/drawing/2014/main" id="{B6EEC52B-A063-42F0-8A30-93B82CB8A5C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upo 19">
            <a:extLst>
              <a:ext uri="{FF2B5EF4-FFF2-40B4-BE49-F238E27FC236}">
                <a16:creationId xmlns:a16="http://schemas.microsoft.com/office/drawing/2014/main" id="{BA080A65-6C31-4AEC-B554-6A312B85D909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23" name="Imagen 21" descr="Imagen relacionada">
              <a:extLst>
                <a:ext uri="{FF2B5EF4-FFF2-40B4-BE49-F238E27FC236}">
                  <a16:creationId xmlns:a16="http://schemas.microsoft.com/office/drawing/2014/main" id="{9D147280-FFCA-408E-B1ED-2BE830582B9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Imagen 23" descr="Imagen relacionada">
              <a:extLst>
                <a:ext uri="{FF2B5EF4-FFF2-40B4-BE49-F238E27FC236}">
                  <a16:creationId xmlns:a16="http://schemas.microsoft.com/office/drawing/2014/main" id="{BEA1EBF7-AC78-47CB-B6D9-10AA88A32B0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5" name="Forma libre: forma 30">
            <a:extLst>
              <a:ext uri="{FF2B5EF4-FFF2-40B4-BE49-F238E27FC236}">
                <a16:creationId xmlns:a16="http://schemas.microsoft.com/office/drawing/2014/main" id="{B0E78C69-D3C3-433E-BB94-D18269775F11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28" name="Gráfico 11">
            <a:extLst>
              <a:ext uri="{FF2B5EF4-FFF2-40B4-BE49-F238E27FC236}">
                <a16:creationId xmlns:a16="http://schemas.microsoft.com/office/drawing/2014/main" id="{02403ACE-4628-4CE4-8C85-EAA62EF870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  <p:sp>
        <p:nvSpPr>
          <p:cNvPr id="29" name="Title 1">
            <a:extLst>
              <a:ext uri="{FF2B5EF4-FFF2-40B4-BE49-F238E27FC236}">
                <a16:creationId xmlns:a16="http://schemas.microsoft.com/office/drawing/2014/main" id="{40B0F4CE-0BD3-497F-A9D0-B6B4F46CDD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ltGray">
          <a:xfrm>
            <a:off x="721745" y="1096485"/>
            <a:ext cx="4934308" cy="1407004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>
            <a:lvl1pPr algn="l">
              <a:lnSpc>
                <a:spcPct val="93000"/>
              </a:lnSpc>
              <a:defRPr sz="4600" baseline="0">
                <a:solidFill>
                  <a:srgbClr val="FF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Title in Title Case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BD62CF8-49E3-41BB-B918-909B1773D4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724620" y="2722142"/>
            <a:ext cx="4934309" cy="243645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in sentence case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EE22844-A048-4712-8DFD-27D8D40510F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9093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EE22844-A048-4712-8DFD-27D8D40510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31BCF83A-7782-4B1D-8C98-38D55D0DDB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2220698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61B73264-AF50-4BF3-A65B-F61F12212C7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31381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61B73264-AF50-4BF3-A65B-F61F12212C7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B083126-25E7-42D8-B799-608CFD4DF6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AD1DA01-0E73-44DE-A132-B4FF1E70A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" y="2075543"/>
            <a:ext cx="11263080" cy="40798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A06DC987-E3B6-4307-ADDB-7B34675668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40434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Gray slice headin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D6B7CA-46CF-41A0-9D76-7A5CD97B32E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72855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D6B7CA-46CF-41A0-9D76-7A5CD97B32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Rectangle 6"/>
          <p:cNvSpPr/>
          <p:nvPr userDrawn="1"/>
        </p:nvSpPr>
        <p:spPr bwMode="white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363993" y="2158987"/>
            <a:ext cx="4010007" cy="541687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 algn="l">
              <a:buNone/>
              <a:defRPr sz="1600">
                <a:solidFill>
                  <a:srgbClr val="458FA3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subtitle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1227048"/>
            <a:ext cx="4010007" cy="664797"/>
          </a:xfrm>
        </p:spPr>
        <p:txBody>
          <a:bodyPr vert="horz" anchor="t">
            <a:noAutofit/>
          </a:bodyPr>
          <a:lstStyle>
            <a:lvl1pPr>
              <a:defRPr sz="220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0" name="Gráfico 10">
            <a:extLst>
              <a:ext uri="{FF2B5EF4-FFF2-40B4-BE49-F238E27FC236}">
                <a16:creationId xmlns:a16="http://schemas.microsoft.com/office/drawing/2014/main" id="{5EE6329A-2C21-4E92-A8D8-71FC96841AF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753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B7A7FBA-E4B0-4D2D-B120-042AB6D536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55633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B7A7FBA-E4B0-4D2D-B120-042AB6D536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</a14:hiddenLine>
            </a:ext>
          </a:extLst>
        </p:spPr>
        <p:txBody>
          <a:bodyPr vert="horz"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rgbClr val="EB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section title</a:t>
            </a:r>
          </a:p>
        </p:txBody>
      </p:sp>
      <p:sp>
        <p:nvSpPr>
          <p:cNvPr id="11" name="Rectangle 10"/>
          <p:cNvSpPr/>
          <p:nvPr userDrawn="1"/>
        </p:nvSpPr>
        <p:spPr bwMode="white">
          <a:xfrm>
            <a:off x="1280693" y="1424081"/>
            <a:ext cx="951721" cy="951721"/>
          </a:xfrm>
          <a:prstGeom prst="rect">
            <a:avLst/>
          </a:prstGeom>
          <a:noFill/>
          <a:ln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90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line"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0ED333F-26D5-4B5D-8B05-EAF4C1BE602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906594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0ED333F-26D5-4B5D-8B05-EAF4C1BE60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464460" y="3826800"/>
            <a:ext cx="11263080" cy="2041200"/>
          </a:xfrm>
        </p:spPr>
        <p:txBody>
          <a:bodyPr vert="horz" lIns="0" tIns="0" rIns="0" bIns="0" anchor="t">
            <a:noAutofit/>
          </a:bodyPr>
          <a:lstStyle>
            <a:lvl1pPr>
              <a:defRPr sz="5400">
                <a:solidFill>
                  <a:srgbClr val="EB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section title</a:t>
            </a:r>
          </a:p>
        </p:txBody>
      </p:sp>
      <p:cxnSp>
        <p:nvCxnSpPr>
          <p:cNvPr id="10" name="Straight Connector 9"/>
          <p:cNvCxnSpPr/>
          <p:nvPr userDrawn="1"/>
        </p:nvCxnSpPr>
        <p:spPr bwMode="white">
          <a:xfrm>
            <a:off x="464460" y="3680016"/>
            <a:ext cx="11724127" cy="0"/>
          </a:xfrm>
          <a:prstGeom prst="line">
            <a:avLst/>
          </a:prstGeom>
          <a:ln w="19050" cmpd="sng">
            <a:solidFill>
              <a:srgbClr val="FF5D5D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52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White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05CFBFA-5A2E-4D6C-B3EC-F5BDA5C541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432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05CFBFA-5A2E-4D6C-B3EC-F5BDA5C541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8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4" name="Rectangle 23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5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220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7E3F33CF-B13B-4A07-9629-233B11C9F76D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F378F72C-30A2-4C5B-9C1C-63C4A4A1D8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36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ighlight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151264B1-0462-432F-9962-974A839A3F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93711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151264B1-0462-432F-9962-974A839A3F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8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42536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203E5A42-18BB-469E-BCB2-B7BDE8E5FA90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7" name="Gráfico 10">
            <a:extLst>
              <a:ext uri="{FF2B5EF4-FFF2-40B4-BE49-F238E27FC236}">
                <a16:creationId xmlns:a16="http://schemas.microsoft.com/office/drawing/2014/main" id="{9F67545C-F89F-4843-909C-CBA2A30E88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42538E78-CFA3-238D-D3D2-2977943E79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6468102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3482945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. Green highlight">
    <p:bg>
      <p:bgPr>
        <a:gradFill flip="none" rotWithShape="1">
          <a:gsLst>
            <a:gs pos="0">
              <a:schemeClr val="accent6"/>
            </a:gs>
            <a:gs pos="100000">
              <a:schemeClr val="accent6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151264B1-0462-432F-9962-974A839A3F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93711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151264B1-0462-432F-9962-974A839A3F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8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42536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203E5A42-18BB-469E-BCB2-B7BDE8E5FA90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7" name="Gráfico 10">
            <a:extLst>
              <a:ext uri="{FF2B5EF4-FFF2-40B4-BE49-F238E27FC236}">
                <a16:creationId xmlns:a16="http://schemas.microsoft.com/office/drawing/2014/main" id="{9F67545C-F89F-4843-909C-CBA2A30E88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00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Four column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96003EA-8E4A-47A5-9D6D-B448E16828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475442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96003EA-8E4A-47A5-9D6D-B448E16828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9029246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>
            <a:off x="0" y="0"/>
            <a:ext cx="903427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8367591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09D3FE52-220D-4312-8AD4-3D25F4F82496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6FCDF537-4B47-4D5B-BF79-3D703F0327B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6DAB08C0-1940-E8DC-5542-45828BA2A9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6" y="112942"/>
            <a:ext cx="8293157" cy="471121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379392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996D83C-4E84-4F7B-A6E1-A799A9C4DD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2806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996D83C-4E84-4F7B-A6E1-A799A9C4DD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22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ABE7678-38E0-4A69-8283-D7236C08083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6" name="Gráfico 10">
            <a:extLst>
              <a:ext uri="{FF2B5EF4-FFF2-40B4-BE49-F238E27FC236}">
                <a16:creationId xmlns:a16="http://schemas.microsoft.com/office/drawing/2014/main" id="{1898D1B9-C156-4070-A0FB-1FCB8429BF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452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alf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5212359-324B-4236-8797-10A585A0C72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8313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5212359-324B-4236-8797-10A585A0C7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2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363993" y="1785600"/>
            <a:ext cx="4654407" cy="3286800"/>
          </a:xfrm>
          <a:prstGeom prst="rect">
            <a:avLst/>
          </a:prstGeom>
          <a:noFill/>
        </p:spPr>
        <p:txBody>
          <a:bodyPr vert="horz" wrap="square" lIns="91440" tIns="45720" rIns="320040" bIns="4572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5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7DED688-3E59-47E6-AF9C-2CD94E1D89BB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1" name="Gráfico 10">
            <a:extLst>
              <a:ext uri="{FF2B5EF4-FFF2-40B4-BE49-F238E27FC236}">
                <a16:creationId xmlns:a16="http://schemas.microsoft.com/office/drawing/2014/main" id="{F9197FD1-EBA2-4CEE-9CD0-35933F79DD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16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two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D45B32B-F6D6-4802-9C98-2DF6A59409F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360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D45B32B-F6D6-4802-9C98-2DF6A59409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363993" y="1785600"/>
            <a:ext cx="6514495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D2053BE-509B-407E-B837-ADFFDD9FFD69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F983F5C1-4A35-409B-9725-80ED481053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57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Left arro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5630360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8014787-F929-40A0-95E2-989769D0BE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43CDF0EB-9773-45D4-B62A-49123D9EB1A9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3" name="Gráfico 10">
            <a:extLst>
              <a:ext uri="{FF2B5EF4-FFF2-40B4-BE49-F238E27FC236}">
                <a16:creationId xmlns:a16="http://schemas.microsoft.com/office/drawing/2014/main" id="{32F2B550-BFBD-48E8-8911-D204FAFD40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3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left arr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B3D56CA-B066-4ACC-8D00-2B66350D5D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70143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B3D56CA-B066-4ACC-8D00-2B66350D5D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 anchorCtr="0">
            <a:noAutofit/>
          </a:bodyPr>
          <a:lstStyle>
            <a:lvl1pPr>
              <a:defRPr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6AF37D4-C823-4B6D-81CF-8B5D539CFC3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003F71F1-F2A0-4648-9E8C-CB5B0686BB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91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7B7D72A-B744-4911-B607-1DB4ADFE878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30355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7B7D72A-B744-4911-B607-1DB4ADFE87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B4B3A21F-6E2F-4C72-BF45-1CD97EF2C09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1959C895-BD3D-4B4A-9D93-D556353D64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699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one thi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3B09E5D-13E8-4DA9-AD48-8CDD40F146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43218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3B09E5D-13E8-4DA9-AD48-8CDD40F146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87BFDEA-B96C-458F-ADE3-7E6C73838660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2B7DAF2F-0AF1-41B1-B756-6F3A3BA2BB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56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half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2FBB8BE-1C63-42AE-B573-02716D9C8DE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406829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2FBB8BE-1C63-42AE-B573-02716D9C8D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5013829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81600D2-56F6-4A51-ABA1-5826279A75A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7" name="Gráfico 10">
            <a:extLst>
              <a:ext uri="{FF2B5EF4-FFF2-40B4-BE49-F238E27FC236}">
                <a16:creationId xmlns:a16="http://schemas.microsoft.com/office/drawing/2014/main" id="{AD78EBD6-DC2D-45BE-8A39-E69FBA818C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8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half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B642A63-D48A-4FE1-AEE8-77227504BF8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695219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B642A63-D48A-4FE1-AEE8-77227504BF8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5013829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7E6E574-05EF-4197-832A-57DA89B20B56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CB4249B0-5AE9-4651-9A1A-77E42E9C1ED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two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FE88F29E-32D0-43B8-BBF9-2E21F01963E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72341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FE88F29E-32D0-43B8-BBF9-2E21F01963E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0503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9BAB28E-ED76-4B26-A2F7-D94930CEFC41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D4CC8E29-0B60-4773-80B0-EBEB5B0297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8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two thi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BEB17312-2F2A-4926-832D-51AD5F67E4A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43017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BEB17312-2F2A-4926-832D-51AD5F67E4A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0503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D003A8D-BC95-43D9-BC5C-2FEF616BB9DB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6" name="Gráfico 10">
            <a:extLst>
              <a:ext uri="{FF2B5EF4-FFF2-40B4-BE49-F238E27FC236}">
                <a16:creationId xmlns:a16="http://schemas.microsoft.com/office/drawing/2014/main" id="{54E025C4-A1BA-4C98-A8CD-3BDD8B868A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93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Big statement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E1B88D7-F3EA-4624-97FC-0D64C40733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806427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E1B88D7-F3EA-4624-97FC-0D64C40733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ACF44E4-B4E3-4EAA-9310-3294C94E3CB5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5" name="Gráfico 10">
            <a:extLst>
              <a:ext uri="{FF2B5EF4-FFF2-40B4-BE49-F238E27FC236}">
                <a16:creationId xmlns:a16="http://schemas.microsoft.com/office/drawing/2014/main" id="{7DB0C140-313B-405F-8A56-FC89E056A2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7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Big statement ic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ED1892E-5FEA-4B53-9DF5-590D7700F15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110448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ED1892E-5FEA-4B53-9DF5-590D7700F15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464460" y="625475"/>
            <a:ext cx="932688" cy="932688"/>
          </a:xfrm>
          <a:prstGeom prst="rect">
            <a:avLst/>
          </a:prstGeom>
          <a:noFill/>
          <a:ln>
            <a:solidFill>
              <a:srgbClr val="FF5D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rgbClr val="FF5D5D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936192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Quote">
    <p:bg>
      <p:bgPr>
        <a:solidFill>
          <a:srgbClr val="75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792517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rgbClr val="EB0000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CFD8C34-B094-40FA-BCD2-A53BF839DFFE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9" name="Gráfico 10">
            <a:extLst>
              <a:ext uri="{FF2B5EF4-FFF2-40B4-BE49-F238E27FC236}">
                <a16:creationId xmlns:a16="http://schemas.microsoft.com/office/drawing/2014/main" id="{150F66BA-028D-457F-A0EA-433FE29A42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94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7868D3E2-46D0-42D1-A6CC-95BEC51551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59646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7868D3E2-46D0-42D1-A6CC-95BEC51551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199207" cy="51398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33598AD-BB87-4E36-B5D4-6BB9DCA2CE4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4" name="Gráfico 10">
            <a:extLst>
              <a:ext uri="{FF2B5EF4-FFF2-40B4-BE49-F238E27FC236}">
                <a16:creationId xmlns:a16="http://schemas.microsoft.com/office/drawing/2014/main" id="{79D39F73-109E-4621-B74E-D6F44A1B85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375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able of content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F936FC0-E118-4105-AE8C-54C0999C85A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80256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F936FC0-E118-4105-AE8C-54C0999C8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46446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4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81900304-BCAB-4813-B4EF-C8D25B5C9D6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6D571C85-1D72-4A85-910A-53710732CA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90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1EB62F5-B4AE-4E4A-A05F-881CF5F72E5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30538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1EB62F5-B4AE-4E4A-A05F-881CF5F72E5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05F51A5-7A1B-4886-8C3E-D4D78F6DE8A6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0" name="Gráfico 10">
            <a:extLst>
              <a:ext uri="{FF2B5EF4-FFF2-40B4-BE49-F238E27FC236}">
                <a16:creationId xmlns:a16="http://schemas.microsoft.com/office/drawing/2014/main" id="{6BACCB2D-86B1-4446-B9B5-052CDE8E48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2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CC2B1D6-60DB-45B3-B100-74F55C0088B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91228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CC2B1D6-60DB-45B3-B100-74F55C0088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57118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0A376192-8D77-447F-B976-D3C872F8493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50493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0A376192-8D77-447F-B976-D3C872F84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/>
          <p:cNvSpPr txBox="1">
            <a:spLocks/>
          </p:cNvSpPr>
          <p:nvPr/>
        </p:nvSpPr>
        <p:spPr>
          <a:xfrm>
            <a:off x="639044" y="2966151"/>
            <a:ext cx="3199529" cy="72019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20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D768E09-C474-4597-A607-4490C6DA81B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21826" y="1802755"/>
            <a:ext cx="6209072" cy="3046988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13221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D.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41896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1F8FC4-54E5-4947-8802-04B5A8729DB4}"/>
              </a:ext>
            </a:extLst>
          </p:cNvPr>
          <p:cNvSpPr/>
          <p:nvPr userDrawn="1"/>
        </p:nvSpPr>
        <p:spPr>
          <a:xfrm>
            <a:off x="820237" y="3464159"/>
            <a:ext cx="2446172" cy="248603"/>
          </a:xfrm>
          <a:custGeom>
            <a:avLst/>
            <a:gdLst/>
            <a:ahLst/>
            <a:cxnLst/>
            <a:rect l="l" t="t" r="r" b="b"/>
            <a:pathLst>
              <a:path w="2446172" h="248603">
                <a:moveTo>
                  <a:pt x="2218258" y="75686"/>
                </a:moveTo>
                <a:cubicBezTo>
                  <a:pt x="2202560" y="75848"/>
                  <a:pt x="2190935" y="80359"/>
                  <a:pt x="2183385" y="89222"/>
                </a:cubicBezTo>
                <a:cubicBezTo>
                  <a:pt x="2175835" y="98084"/>
                  <a:pt x="2172083" y="110330"/>
                  <a:pt x="2172129" y="125959"/>
                </a:cubicBezTo>
                <a:cubicBezTo>
                  <a:pt x="2172037" y="140289"/>
                  <a:pt x="2175052" y="151821"/>
                  <a:pt x="2181175" y="160557"/>
                </a:cubicBezTo>
                <a:cubicBezTo>
                  <a:pt x="2187298" y="169292"/>
                  <a:pt x="2197081" y="173781"/>
                  <a:pt x="2210524" y="174023"/>
                </a:cubicBezTo>
                <a:cubicBezTo>
                  <a:pt x="2216451" y="173988"/>
                  <a:pt x="2221861" y="173090"/>
                  <a:pt x="2226752" y="171329"/>
                </a:cubicBezTo>
                <a:cubicBezTo>
                  <a:pt x="2231644" y="169568"/>
                  <a:pt x="2236086" y="167151"/>
                  <a:pt x="2240080" y="164078"/>
                </a:cubicBezTo>
                <a:lnTo>
                  <a:pt x="2240080" y="77344"/>
                </a:lnTo>
                <a:cubicBezTo>
                  <a:pt x="2236926" y="76791"/>
                  <a:pt x="2233566" y="76377"/>
                  <a:pt x="2229998" y="76101"/>
                </a:cubicBezTo>
                <a:cubicBezTo>
                  <a:pt x="2226430" y="75825"/>
                  <a:pt x="2222517" y="75686"/>
                  <a:pt x="2218258" y="75686"/>
                </a:cubicBezTo>
                <a:close/>
                <a:moveTo>
                  <a:pt x="1789633" y="75686"/>
                </a:moveTo>
                <a:cubicBezTo>
                  <a:pt x="1773935" y="75848"/>
                  <a:pt x="1762310" y="80359"/>
                  <a:pt x="1754760" y="89222"/>
                </a:cubicBezTo>
                <a:cubicBezTo>
                  <a:pt x="1747210" y="98084"/>
                  <a:pt x="1743458" y="110330"/>
                  <a:pt x="1743504" y="125959"/>
                </a:cubicBezTo>
                <a:cubicBezTo>
                  <a:pt x="1743412" y="140289"/>
                  <a:pt x="1746427" y="151821"/>
                  <a:pt x="1752550" y="160557"/>
                </a:cubicBezTo>
                <a:cubicBezTo>
                  <a:pt x="1758673" y="169292"/>
                  <a:pt x="1768456" y="173781"/>
                  <a:pt x="1781899" y="174023"/>
                </a:cubicBezTo>
                <a:cubicBezTo>
                  <a:pt x="1787826" y="173988"/>
                  <a:pt x="1793236" y="173090"/>
                  <a:pt x="1798127" y="171329"/>
                </a:cubicBezTo>
                <a:cubicBezTo>
                  <a:pt x="1803019" y="169568"/>
                  <a:pt x="1807461" y="167151"/>
                  <a:pt x="1811455" y="164078"/>
                </a:cubicBezTo>
                <a:lnTo>
                  <a:pt x="1811455" y="77344"/>
                </a:lnTo>
                <a:cubicBezTo>
                  <a:pt x="1808302" y="76791"/>
                  <a:pt x="1804941" y="76377"/>
                  <a:pt x="1801373" y="76101"/>
                </a:cubicBezTo>
                <a:cubicBezTo>
                  <a:pt x="1797805" y="75825"/>
                  <a:pt x="1793892" y="75686"/>
                  <a:pt x="1789633" y="75686"/>
                </a:cubicBezTo>
                <a:close/>
                <a:moveTo>
                  <a:pt x="1469508" y="75686"/>
                </a:moveTo>
                <a:cubicBezTo>
                  <a:pt x="1455466" y="75859"/>
                  <a:pt x="1445085" y="80210"/>
                  <a:pt x="1438363" y="88738"/>
                </a:cubicBezTo>
                <a:cubicBezTo>
                  <a:pt x="1431642" y="97267"/>
                  <a:pt x="1428304" y="108937"/>
                  <a:pt x="1428350" y="123750"/>
                </a:cubicBezTo>
                <a:cubicBezTo>
                  <a:pt x="1428460" y="140663"/>
                  <a:pt x="1432108" y="153104"/>
                  <a:pt x="1439296" y="161075"/>
                </a:cubicBezTo>
                <a:cubicBezTo>
                  <a:pt x="1446483" y="169045"/>
                  <a:pt x="1456554" y="172993"/>
                  <a:pt x="1469508" y="172918"/>
                </a:cubicBezTo>
                <a:cubicBezTo>
                  <a:pt x="1483031" y="172762"/>
                  <a:pt x="1493136" y="168446"/>
                  <a:pt x="1499823" y="159970"/>
                </a:cubicBezTo>
                <a:cubicBezTo>
                  <a:pt x="1506510" y="151493"/>
                  <a:pt x="1509848" y="139788"/>
                  <a:pt x="1509836" y="124855"/>
                </a:cubicBezTo>
                <a:cubicBezTo>
                  <a:pt x="1509710" y="108062"/>
                  <a:pt x="1506096" y="95655"/>
                  <a:pt x="1498995" y="87633"/>
                </a:cubicBezTo>
                <a:cubicBezTo>
                  <a:pt x="1491894" y="79611"/>
                  <a:pt x="1482064" y="75629"/>
                  <a:pt x="1469508" y="75686"/>
                </a:cubicBezTo>
                <a:close/>
                <a:moveTo>
                  <a:pt x="523075" y="75686"/>
                </a:moveTo>
                <a:cubicBezTo>
                  <a:pt x="519478" y="75698"/>
                  <a:pt x="515968" y="75882"/>
                  <a:pt x="512544" y="76239"/>
                </a:cubicBezTo>
                <a:cubicBezTo>
                  <a:pt x="509120" y="76596"/>
                  <a:pt x="505817" y="77056"/>
                  <a:pt x="502634" y="77620"/>
                </a:cubicBezTo>
                <a:lnTo>
                  <a:pt x="502634" y="169879"/>
                </a:lnTo>
                <a:cubicBezTo>
                  <a:pt x="510092" y="171859"/>
                  <a:pt x="517551" y="172872"/>
                  <a:pt x="525009" y="172918"/>
                </a:cubicBezTo>
                <a:cubicBezTo>
                  <a:pt x="540212" y="172877"/>
                  <a:pt x="551653" y="168746"/>
                  <a:pt x="559330" y="160522"/>
                </a:cubicBezTo>
                <a:cubicBezTo>
                  <a:pt x="567006" y="152299"/>
                  <a:pt x="570851" y="140225"/>
                  <a:pt x="570862" y="124302"/>
                </a:cubicBezTo>
                <a:cubicBezTo>
                  <a:pt x="571012" y="109346"/>
                  <a:pt x="567329" y="97549"/>
                  <a:pt x="559813" y="88911"/>
                </a:cubicBezTo>
                <a:cubicBezTo>
                  <a:pt x="552297" y="80273"/>
                  <a:pt x="540051" y="75865"/>
                  <a:pt x="523075" y="75686"/>
                </a:cubicBezTo>
                <a:close/>
                <a:moveTo>
                  <a:pt x="1101204" y="75134"/>
                </a:moveTo>
                <a:cubicBezTo>
                  <a:pt x="1090460" y="75163"/>
                  <a:pt x="1082185" y="78213"/>
                  <a:pt x="1076379" y="84284"/>
                </a:cubicBezTo>
                <a:cubicBezTo>
                  <a:pt x="1070572" y="90355"/>
                  <a:pt x="1067062" y="99275"/>
                  <a:pt x="1065848" y="111043"/>
                </a:cubicBezTo>
                <a:lnTo>
                  <a:pt x="1134351" y="111043"/>
                </a:lnTo>
                <a:cubicBezTo>
                  <a:pt x="1134282" y="99637"/>
                  <a:pt x="1131382" y="90821"/>
                  <a:pt x="1125650" y="84595"/>
                </a:cubicBezTo>
                <a:cubicBezTo>
                  <a:pt x="1119919" y="78368"/>
                  <a:pt x="1111770" y="75215"/>
                  <a:pt x="1101204" y="75134"/>
                </a:cubicBezTo>
                <a:close/>
                <a:moveTo>
                  <a:pt x="748779" y="75134"/>
                </a:moveTo>
                <a:cubicBezTo>
                  <a:pt x="738035" y="75163"/>
                  <a:pt x="729760" y="78213"/>
                  <a:pt x="723954" y="84284"/>
                </a:cubicBezTo>
                <a:cubicBezTo>
                  <a:pt x="718147" y="90355"/>
                  <a:pt x="714637" y="99275"/>
                  <a:pt x="713423" y="111043"/>
                </a:cubicBezTo>
                <a:lnTo>
                  <a:pt x="781926" y="111043"/>
                </a:lnTo>
                <a:cubicBezTo>
                  <a:pt x="781857" y="99637"/>
                  <a:pt x="778957" y="90821"/>
                  <a:pt x="773225" y="84595"/>
                </a:cubicBezTo>
                <a:cubicBezTo>
                  <a:pt x="767494" y="78368"/>
                  <a:pt x="759345" y="75215"/>
                  <a:pt x="748779" y="75134"/>
                </a:cubicBezTo>
                <a:close/>
                <a:moveTo>
                  <a:pt x="2301050" y="53036"/>
                </a:moveTo>
                <a:lnTo>
                  <a:pt x="2331434" y="53036"/>
                </a:lnTo>
                <a:lnTo>
                  <a:pt x="2331434" y="195568"/>
                </a:lnTo>
                <a:lnTo>
                  <a:pt x="2301050" y="195568"/>
                </a:lnTo>
                <a:close/>
                <a:moveTo>
                  <a:pt x="157925" y="53036"/>
                </a:moveTo>
                <a:lnTo>
                  <a:pt x="188309" y="53036"/>
                </a:lnTo>
                <a:lnTo>
                  <a:pt x="188309" y="195568"/>
                </a:lnTo>
                <a:lnTo>
                  <a:pt x="157925" y="195568"/>
                </a:lnTo>
                <a:close/>
                <a:moveTo>
                  <a:pt x="2419655" y="49721"/>
                </a:moveTo>
                <a:cubicBezTo>
                  <a:pt x="2424454" y="49716"/>
                  <a:pt x="2429219" y="49796"/>
                  <a:pt x="2433950" y="49963"/>
                </a:cubicBezTo>
                <a:cubicBezTo>
                  <a:pt x="2438680" y="50130"/>
                  <a:pt x="2442754" y="50418"/>
                  <a:pt x="2446172" y="50826"/>
                </a:cubicBezTo>
                <a:cubicBezTo>
                  <a:pt x="2446161" y="55534"/>
                  <a:pt x="2445908" y="60275"/>
                  <a:pt x="2445413" y="65052"/>
                </a:cubicBezTo>
                <a:cubicBezTo>
                  <a:pt x="2444918" y="69828"/>
                  <a:pt x="2444250" y="73741"/>
                  <a:pt x="2443410" y="76791"/>
                </a:cubicBezTo>
                <a:cubicBezTo>
                  <a:pt x="2439848" y="76383"/>
                  <a:pt x="2436200" y="76095"/>
                  <a:pt x="2432465" y="75928"/>
                </a:cubicBezTo>
                <a:cubicBezTo>
                  <a:pt x="2428730" y="75761"/>
                  <a:pt x="2424736" y="75681"/>
                  <a:pt x="2420484" y="75686"/>
                </a:cubicBezTo>
                <a:cubicBezTo>
                  <a:pt x="2413026" y="75686"/>
                  <a:pt x="2405567" y="76239"/>
                  <a:pt x="2398109" y="77344"/>
                </a:cubicBezTo>
                <a:lnTo>
                  <a:pt x="2398109" y="195568"/>
                </a:lnTo>
                <a:lnTo>
                  <a:pt x="2367725" y="195568"/>
                </a:lnTo>
                <a:lnTo>
                  <a:pt x="2367725" y="57456"/>
                </a:lnTo>
                <a:cubicBezTo>
                  <a:pt x="2374498" y="55200"/>
                  <a:pt x="2382635" y="53358"/>
                  <a:pt x="2392136" y="51931"/>
                </a:cubicBezTo>
                <a:cubicBezTo>
                  <a:pt x="2401637" y="50504"/>
                  <a:pt x="2410810" y="49767"/>
                  <a:pt x="2419655" y="49721"/>
                </a:cubicBezTo>
                <a:close/>
                <a:moveTo>
                  <a:pt x="2218258" y="49721"/>
                </a:moveTo>
                <a:cubicBezTo>
                  <a:pt x="2228133" y="49698"/>
                  <a:pt x="2237318" y="50297"/>
                  <a:pt x="2245812" y="51517"/>
                </a:cubicBezTo>
                <a:cubicBezTo>
                  <a:pt x="2254306" y="52737"/>
                  <a:pt x="2262523" y="54716"/>
                  <a:pt x="2270465" y="57456"/>
                </a:cubicBezTo>
                <a:lnTo>
                  <a:pt x="2270465" y="195568"/>
                </a:lnTo>
                <a:lnTo>
                  <a:pt x="2242566" y="195568"/>
                </a:lnTo>
                <a:lnTo>
                  <a:pt x="2240909" y="178995"/>
                </a:lnTo>
                <a:cubicBezTo>
                  <a:pt x="2237111" y="185141"/>
                  <a:pt x="2232069" y="189975"/>
                  <a:pt x="2225785" y="193496"/>
                </a:cubicBezTo>
                <a:cubicBezTo>
                  <a:pt x="2219501" y="197018"/>
                  <a:pt x="2211560" y="198814"/>
                  <a:pt x="2201961" y="198883"/>
                </a:cubicBezTo>
                <a:cubicBezTo>
                  <a:pt x="2183477" y="198745"/>
                  <a:pt x="2168791" y="192392"/>
                  <a:pt x="2157903" y="179823"/>
                </a:cubicBezTo>
                <a:cubicBezTo>
                  <a:pt x="2147015" y="167255"/>
                  <a:pt x="2141445" y="149300"/>
                  <a:pt x="2141191" y="125959"/>
                </a:cubicBezTo>
                <a:cubicBezTo>
                  <a:pt x="2141209" y="101514"/>
                  <a:pt x="2147665" y="82730"/>
                  <a:pt x="2160562" y="69610"/>
                </a:cubicBezTo>
                <a:cubicBezTo>
                  <a:pt x="2173458" y="56489"/>
                  <a:pt x="2192690" y="49859"/>
                  <a:pt x="2218258" y="49721"/>
                </a:cubicBezTo>
                <a:close/>
                <a:moveTo>
                  <a:pt x="1789633" y="49721"/>
                </a:moveTo>
                <a:cubicBezTo>
                  <a:pt x="1799508" y="49698"/>
                  <a:pt x="1808693" y="50297"/>
                  <a:pt x="1817187" y="51517"/>
                </a:cubicBezTo>
                <a:cubicBezTo>
                  <a:pt x="1825681" y="52737"/>
                  <a:pt x="1833899" y="54716"/>
                  <a:pt x="1841840" y="57456"/>
                </a:cubicBezTo>
                <a:lnTo>
                  <a:pt x="1841840" y="195568"/>
                </a:lnTo>
                <a:lnTo>
                  <a:pt x="1813941" y="195568"/>
                </a:lnTo>
                <a:lnTo>
                  <a:pt x="1812284" y="178995"/>
                </a:lnTo>
                <a:cubicBezTo>
                  <a:pt x="1808486" y="185141"/>
                  <a:pt x="1803445" y="189975"/>
                  <a:pt x="1797160" y="193496"/>
                </a:cubicBezTo>
                <a:cubicBezTo>
                  <a:pt x="1790876" y="197018"/>
                  <a:pt x="1782935" y="198814"/>
                  <a:pt x="1773336" y="198883"/>
                </a:cubicBezTo>
                <a:cubicBezTo>
                  <a:pt x="1754852" y="198745"/>
                  <a:pt x="1740166" y="192392"/>
                  <a:pt x="1729278" y="179823"/>
                </a:cubicBezTo>
                <a:cubicBezTo>
                  <a:pt x="1718390" y="167255"/>
                  <a:pt x="1712820" y="149300"/>
                  <a:pt x="1712567" y="125959"/>
                </a:cubicBezTo>
                <a:cubicBezTo>
                  <a:pt x="1712584" y="101514"/>
                  <a:pt x="1719041" y="82730"/>
                  <a:pt x="1731937" y="69610"/>
                </a:cubicBezTo>
                <a:cubicBezTo>
                  <a:pt x="1744833" y="56489"/>
                  <a:pt x="1764065" y="49859"/>
                  <a:pt x="1789633" y="49721"/>
                </a:cubicBezTo>
                <a:close/>
                <a:moveTo>
                  <a:pt x="1622870" y="49721"/>
                </a:moveTo>
                <a:cubicBezTo>
                  <a:pt x="1647903" y="49842"/>
                  <a:pt x="1665443" y="54503"/>
                  <a:pt x="1675491" y="63705"/>
                </a:cubicBezTo>
                <a:cubicBezTo>
                  <a:pt x="1685538" y="72907"/>
                  <a:pt x="1690372" y="85924"/>
                  <a:pt x="1689992" y="102757"/>
                </a:cubicBezTo>
                <a:lnTo>
                  <a:pt x="1689992" y="195568"/>
                </a:lnTo>
                <a:lnTo>
                  <a:pt x="1659608" y="195568"/>
                </a:lnTo>
                <a:lnTo>
                  <a:pt x="1659608" y="108005"/>
                </a:lnTo>
                <a:cubicBezTo>
                  <a:pt x="1659941" y="97111"/>
                  <a:pt x="1657478" y="88997"/>
                  <a:pt x="1652219" y="83662"/>
                </a:cubicBezTo>
                <a:cubicBezTo>
                  <a:pt x="1646959" y="78328"/>
                  <a:pt x="1636900" y="75669"/>
                  <a:pt x="1622041" y="75686"/>
                </a:cubicBezTo>
                <a:cubicBezTo>
                  <a:pt x="1618416" y="75692"/>
                  <a:pt x="1614548" y="75888"/>
                  <a:pt x="1610440" y="76273"/>
                </a:cubicBezTo>
                <a:cubicBezTo>
                  <a:pt x="1606331" y="76659"/>
                  <a:pt x="1602187" y="77200"/>
                  <a:pt x="1598009" y="77896"/>
                </a:cubicBezTo>
                <a:lnTo>
                  <a:pt x="1598009" y="195568"/>
                </a:lnTo>
                <a:lnTo>
                  <a:pt x="1567625" y="195568"/>
                </a:lnTo>
                <a:lnTo>
                  <a:pt x="1567625" y="57456"/>
                </a:lnTo>
                <a:cubicBezTo>
                  <a:pt x="1577471" y="55079"/>
                  <a:pt x="1587265" y="53203"/>
                  <a:pt x="1597008" y="51828"/>
                </a:cubicBezTo>
                <a:cubicBezTo>
                  <a:pt x="1606751" y="50452"/>
                  <a:pt x="1615371" y="49750"/>
                  <a:pt x="1622870" y="49721"/>
                </a:cubicBezTo>
                <a:close/>
                <a:moveTo>
                  <a:pt x="1470336" y="49721"/>
                </a:moveTo>
                <a:cubicBezTo>
                  <a:pt x="1485815" y="49861"/>
                  <a:pt x="1498777" y="53111"/>
                  <a:pt x="1509223" y="59471"/>
                </a:cubicBezTo>
                <a:cubicBezTo>
                  <a:pt x="1519668" y="65831"/>
                  <a:pt x="1527535" y="74462"/>
                  <a:pt x="1532825" y="85365"/>
                </a:cubicBezTo>
                <a:cubicBezTo>
                  <a:pt x="1538114" y="96267"/>
                  <a:pt x="1540764" y="108602"/>
                  <a:pt x="1540774" y="122369"/>
                </a:cubicBezTo>
                <a:cubicBezTo>
                  <a:pt x="1540555" y="146705"/>
                  <a:pt x="1534018" y="165500"/>
                  <a:pt x="1521162" y="178753"/>
                </a:cubicBezTo>
                <a:cubicBezTo>
                  <a:pt x="1508306" y="192006"/>
                  <a:pt x="1490443" y="198716"/>
                  <a:pt x="1467574" y="198883"/>
                </a:cubicBezTo>
                <a:cubicBezTo>
                  <a:pt x="1452360" y="198743"/>
                  <a:pt x="1439544" y="195493"/>
                  <a:pt x="1429128" y="189133"/>
                </a:cubicBezTo>
                <a:cubicBezTo>
                  <a:pt x="1418711" y="182773"/>
                  <a:pt x="1410827" y="174142"/>
                  <a:pt x="1405475" y="163240"/>
                </a:cubicBezTo>
                <a:cubicBezTo>
                  <a:pt x="1400122" y="152337"/>
                  <a:pt x="1397435" y="140003"/>
                  <a:pt x="1397413" y="126236"/>
                </a:cubicBezTo>
                <a:cubicBezTo>
                  <a:pt x="1397655" y="101899"/>
                  <a:pt x="1404215" y="83104"/>
                  <a:pt x="1417094" y="69851"/>
                </a:cubicBezTo>
                <a:cubicBezTo>
                  <a:pt x="1429973" y="56598"/>
                  <a:pt x="1447720" y="49888"/>
                  <a:pt x="1470336" y="49721"/>
                </a:cubicBezTo>
                <a:close/>
                <a:moveTo>
                  <a:pt x="1329662" y="49721"/>
                </a:moveTo>
                <a:cubicBezTo>
                  <a:pt x="1338351" y="49704"/>
                  <a:pt x="1346454" y="50222"/>
                  <a:pt x="1353969" y="51275"/>
                </a:cubicBezTo>
                <a:cubicBezTo>
                  <a:pt x="1361485" y="52328"/>
                  <a:pt x="1368483" y="54020"/>
                  <a:pt x="1374963" y="56351"/>
                </a:cubicBezTo>
                <a:cubicBezTo>
                  <a:pt x="1374709" y="60316"/>
                  <a:pt x="1374249" y="64263"/>
                  <a:pt x="1373581" y="68194"/>
                </a:cubicBezTo>
                <a:cubicBezTo>
                  <a:pt x="1372914" y="72124"/>
                  <a:pt x="1371901" y="76279"/>
                  <a:pt x="1370543" y="80659"/>
                </a:cubicBezTo>
                <a:cubicBezTo>
                  <a:pt x="1364092" y="78604"/>
                  <a:pt x="1357589" y="77119"/>
                  <a:pt x="1351035" y="76204"/>
                </a:cubicBezTo>
                <a:cubicBezTo>
                  <a:pt x="1344480" y="75289"/>
                  <a:pt x="1337632" y="74841"/>
                  <a:pt x="1330490" y="74858"/>
                </a:cubicBezTo>
                <a:cubicBezTo>
                  <a:pt x="1321018" y="74933"/>
                  <a:pt x="1314550" y="76302"/>
                  <a:pt x="1311086" y="78967"/>
                </a:cubicBezTo>
                <a:cubicBezTo>
                  <a:pt x="1307621" y="81631"/>
                  <a:pt x="1305987" y="85141"/>
                  <a:pt x="1306182" y="89498"/>
                </a:cubicBezTo>
                <a:cubicBezTo>
                  <a:pt x="1306165" y="94504"/>
                  <a:pt x="1307926" y="98510"/>
                  <a:pt x="1311465" y="101514"/>
                </a:cubicBezTo>
                <a:cubicBezTo>
                  <a:pt x="1315004" y="104517"/>
                  <a:pt x="1320425" y="107142"/>
                  <a:pt x="1327728" y="109386"/>
                </a:cubicBezTo>
                <a:lnTo>
                  <a:pt x="1342368" y="114082"/>
                </a:lnTo>
                <a:cubicBezTo>
                  <a:pt x="1355414" y="118104"/>
                  <a:pt x="1364955" y="123456"/>
                  <a:pt x="1370992" y="130137"/>
                </a:cubicBezTo>
                <a:cubicBezTo>
                  <a:pt x="1377029" y="136819"/>
                  <a:pt x="1380009" y="145554"/>
                  <a:pt x="1379935" y="156344"/>
                </a:cubicBezTo>
                <a:cubicBezTo>
                  <a:pt x="1379865" y="169114"/>
                  <a:pt x="1375032" y="179346"/>
                  <a:pt x="1365433" y="187040"/>
                </a:cubicBezTo>
                <a:cubicBezTo>
                  <a:pt x="1355834" y="194734"/>
                  <a:pt x="1341885" y="198681"/>
                  <a:pt x="1323585" y="198883"/>
                </a:cubicBezTo>
                <a:cubicBezTo>
                  <a:pt x="1313428" y="198906"/>
                  <a:pt x="1304393" y="198169"/>
                  <a:pt x="1296480" y="196673"/>
                </a:cubicBezTo>
                <a:cubicBezTo>
                  <a:pt x="1288567" y="195177"/>
                  <a:pt x="1281397" y="192783"/>
                  <a:pt x="1274969" y="189491"/>
                </a:cubicBezTo>
                <a:cubicBezTo>
                  <a:pt x="1275245" y="183863"/>
                  <a:pt x="1275729" y="178960"/>
                  <a:pt x="1276419" y="174782"/>
                </a:cubicBezTo>
                <a:cubicBezTo>
                  <a:pt x="1277110" y="170604"/>
                  <a:pt x="1278008" y="166944"/>
                  <a:pt x="1279112" y="163802"/>
                </a:cubicBezTo>
                <a:cubicBezTo>
                  <a:pt x="1285661" y="166985"/>
                  <a:pt x="1292866" y="169390"/>
                  <a:pt x="1300727" y="171019"/>
                </a:cubicBezTo>
                <a:cubicBezTo>
                  <a:pt x="1308588" y="172647"/>
                  <a:pt x="1315931" y="173464"/>
                  <a:pt x="1322756" y="173470"/>
                </a:cubicBezTo>
                <a:cubicBezTo>
                  <a:pt x="1331497" y="173516"/>
                  <a:pt x="1338184" y="172250"/>
                  <a:pt x="1342817" y="169672"/>
                </a:cubicBezTo>
                <a:cubicBezTo>
                  <a:pt x="1347449" y="167094"/>
                  <a:pt x="1349786" y="162928"/>
                  <a:pt x="1349826" y="157173"/>
                </a:cubicBezTo>
                <a:cubicBezTo>
                  <a:pt x="1349757" y="152189"/>
                  <a:pt x="1347823" y="148345"/>
                  <a:pt x="1344025" y="145640"/>
                </a:cubicBezTo>
                <a:cubicBezTo>
                  <a:pt x="1340227" y="142936"/>
                  <a:pt x="1334979" y="140611"/>
                  <a:pt x="1328281" y="138666"/>
                </a:cubicBezTo>
                <a:lnTo>
                  <a:pt x="1314193" y="134246"/>
                </a:lnTo>
                <a:cubicBezTo>
                  <a:pt x="1300434" y="129821"/>
                  <a:pt x="1290731" y="123963"/>
                  <a:pt x="1285086" y="116671"/>
                </a:cubicBezTo>
                <a:cubicBezTo>
                  <a:pt x="1279440" y="109380"/>
                  <a:pt x="1276713" y="100691"/>
                  <a:pt x="1276903" y="90603"/>
                </a:cubicBezTo>
                <a:cubicBezTo>
                  <a:pt x="1276926" y="77781"/>
                  <a:pt x="1281368" y="67791"/>
                  <a:pt x="1290231" y="60632"/>
                </a:cubicBezTo>
                <a:cubicBezTo>
                  <a:pt x="1299093" y="53473"/>
                  <a:pt x="1312236" y="49836"/>
                  <a:pt x="1329662" y="49721"/>
                </a:cubicBezTo>
                <a:close/>
                <a:moveTo>
                  <a:pt x="1238555" y="49721"/>
                </a:moveTo>
                <a:cubicBezTo>
                  <a:pt x="1243354" y="49716"/>
                  <a:pt x="1248119" y="49796"/>
                  <a:pt x="1252850" y="49963"/>
                </a:cubicBezTo>
                <a:cubicBezTo>
                  <a:pt x="1257580" y="50130"/>
                  <a:pt x="1261654" y="50418"/>
                  <a:pt x="1265073" y="50826"/>
                </a:cubicBezTo>
                <a:cubicBezTo>
                  <a:pt x="1265061" y="55534"/>
                  <a:pt x="1264808" y="60275"/>
                  <a:pt x="1264313" y="65052"/>
                </a:cubicBezTo>
                <a:cubicBezTo>
                  <a:pt x="1263818" y="69828"/>
                  <a:pt x="1263151" y="73741"/>
                  <a:pt x="1262310" y="76791"/>
                </a:cubicBezTo>
                <a:cubicBezTo>
                  <a:pt x="1258748" y="76383"/>
                  <a:pt x="1255100" y="76095"/>
                  <a:pt x="1251365" y="75928"/>
                </a:cubicBezTo>
                <a:cubicBezTo>
                  <a:pt x="1247630" y="75761"/>
                  <a:pt x="1243636" y="75681"/>
                  <a:pt x="1239384" y="75686"/>
                </a:cubicBezTo>
                <a:cubicBezTo>
                  <a:pt x="1231926" y="75686"/>
                  <a:pt x="1224468" y="76239"/>
                  <a:pt x="1217010" y="77344"/>
                </a:cubicBezTo>
                <a:lnTo>
                  <a:pt x="1217010" y="195568"/>
                </a:lnTo>
                <a:lnTo>
                  <a:pt x="1186625" y="195568"/>
                </a:lnTo>
                <a:lnTo>
                  <a:pt x="1186625" y="57456"/>
                </a:lnTo>
                <a:cubicBezTo>
                  <a:pt x="1193398" y="55200"/>
                  <a:pt x="1201535" y="53358"/>
                  <a:pt x="1211036" y="51931"/>
                </a:cubicBezTo>
                <a:cubicBezTo>
                  <a:pt x="1220537" y="50504"/>
                  <a:pt x="1229710" y="49767"/>
                  <a:pt x="1238555" y="49721"/>
                </a:cubicBezTo>
                <a:close/>
                <a:moveTo>
                  <a:pt x="1102862" y="49721"/>
                </a:moveTo>
                <a:cubicBezTo>
                  <a:pt x="1124425" y="50182"/>
                  <a:pt x="1140204" y="56374"/>
                  <a:pt x="1150200" y="68297"/>
                </a:cubicBezTo>
                <a:cubicBezTo>
                  <a:pt x="1160196" y="80221"/>
                  <a:pt x="1165133" y="95114"/>
                  <a:pt x="1165012" y="112977"/>
                </a:cubicBezTo>
                <a:cubicBezTo>
                  <a:pt x="1165012" y="117201"/>
                  <a:pt x="1164874" y="121183"/>
                  <a:pt x="1164598" y="124924"/>
                </a:cubicBezTo>
                <a:cubicBezTo>
                  <a:pt x="1164322" y="128664"/>
                  <a:pt x="1163908" y="132508"/>
                  <a:pt x="1163355" y="136456"/>
                </a:cubicBezTo>
                <a:lnTo>
                  <a:pt x="1066400" y="136456"/>
                </a:lnTo>
                <a:cubicBezTo>
                  <a:pt x="1068288" y="148731"/>
                  <a:pt x="1072937" y="157881"/>
                  <a:pt x="1080349" y="163906"/>
                </a:cubicBezTo>
                <a:cubicBezTo>
                  <a:pt x="1087762" y="169931"/>
                  <a:pt x="1098212" y="172935"/>
                  <a:pt x="1111701" y="172918"/>
                </a:cubicBezTo>
                <a:cubicBezTo>
                  <a:pt x="1120028" y="172912"/>
                  <a:pt x="1128303" y="172026"/>
                  <a:pt x="1136527" y="170259"/>
                </a:cubicBezTo>
                <a:cubicBezTo>
                  <a:pt x="1144750" y="168492"/>
                  <a:pt x="1152680" y="165880"/>
                  <a:pt x="1160317" y="162421"/>
                </a:cubicBezTo>
                <a:cubicBezTo>
                  <a:pt x="1159758" y="166507"/>
                  <a:pt x="1159079" y="170973"/>
                  <a:pt x="1158279" y="175818"/>
                </a:cubicBezTo>
                <a:cubicBezTo>
                  <a:pt x="1157479" y="180663"/>
                  <a:pt x="1156593" y="185405"/>
                  <a:pt x="1155621" y="190044"/>
                </a:cubicBezTo>
                <a:cubicBezTo>
                  <a:pt x="1148732" y="193191"/>
                  <a:pt x="1141585" y="195459"/>
                  <a:pt x="1134179" y="196846"/>
                </a:cubicBezTo>
                <a:cubicBezTo>
                  <a:pt x="1126772" y="198233"/>
                  <a:pt x="1119004" y="198912"/>
                  <a:pt x="1110872" y="198883"/>
                </a:cubicBezTo>
                <a:cubicBezTo>
                  <a:pt x="1085494" y="198693"/>
                  <a:pt x="1066573" y="192029"/>
                  <a:pt x="1054108" y="178891"/>
                </a:cubicBezTo>
                <a:cubicBezTo>
                  <a:pt x="1041643" y="165753"/>
                  <a:pt x="1035428" y="147281"/>
                  <a:pt x="1035463" y="123473"/>
                </a:cubicBezTo>
                <a:cubicBezTo>
                  <a:pt x="1035400" y="109606"/>
                  <a:pt x="1037644" y="97135"/>
                  <a:pt x="1042194" y="86060"/>
                </a:cubicBezTo>
                <a:cubicBezTo>
                  <a:pt x="1046745" y="74986"/>
                  <a:pt x="1053982" y="66198"/>
                  <a:pt x="1063904" y="59696"/>
                </a:cubicBezTo>
                <a:cubicBezTo>
                  <a:pt x="1073826" y="53195"/>
                  <a:pt x="1086812" y="49870"/>
                  <a:pt x="1102862" y="49721"/>
                </a:cubicBezTo>
                <a:close/>
                <a:moveTo>
                  <a:pt x="750437" y="49721"/>
                </a:moveTo>
                <a:cubicBezTo>
                  <a:pt x="772000" y="50182"/>
                  <a:pt x="787779" y="56374"/>
                  <a:pt x="797775" y="68297"/>
                </a:cubicBezTo>
                <a:cubicBezTo>
                  <a:pt x="807771" y="80221"/>
                  <a:pt x="812708" y="95114"/>
                  <a:pt x="812587" y="112977"/>
                </a:cubicBezTo>
                <a:cubicBezTo>
                  <a:pt x="812587" y="117201"/>
                  <a:pt x="812449" y="121183"/>
                  <a:pt x="812173" y="124924"/>
                </a:cubicBezTo>
                <a:cubicBezTo>
                  <a:pt x="811897" y="128664"/>
                  <a:pt x="811482" y="132508"/>
                  <a:pt x="810930" y="136456"/>
                </a:cubicBezTo>
                <a:lnTo>
                  <a:pt x="713975" y="136456"/>
                </a:lnTo>
                <a:cubicBezTo>
                  <a:pt x="715863" y="148731"/>
                  <a:pt x="720512" y="157881"/>
                  <a:pt x="727924" y="163906"/>
                </a:cubicBezTo>
                <a:cubicBezTo>
                  <a:pt x="735337" y="169931"/>
                  <a:pt x="745787" y="172935"/>
                  <a:pt x="759276" y="172918"/>
                </a:cubicBezTo>
                <a:cubicBezTo>
                  <a:pt x="767603" y="172912"/>
                  <a:pt x="775878" y="172026"/>
                  <a:pt x="784102" y="170259"/>
                </a:cubicBezTo>
                <a:cubicBezTo>
                  <a:pt x="792325" y="168492"/>
                  <a:pt x="800255" y="165880"/>
                  <a:pt x="807892" y="162421"/>
                </a:cubicBezTo>
                <a:cubicBezTo>
                  <a:pt x="807333" y="166507"/>
                  <a:pt x="806654" y="170973"/>
                  <a:pt x="805854" y="175818"/>
                </a:cubicBezTo>
                <a:cubicBezTo>
                  <a:pt x="805055" y="180663"/>
                  <a:pt x="804168" y="185405"/>
                  <a:pt x="803196" y="190044"/>
                </a:cubicBezTo>
                <a:cubicBezTo>
                  <a:pt x="796307" y="193191"/>
                  <a:pt x="789160" y="195459"/>
                  <a:pt x="781754" y="196846"/>
                </a:cubicBezTo>
                <a:cubicBezTo>
                  <a:pt x="774347" y="198233"/>
                  <a:pt x="766579" y="198912"/>
                  <a:pt x="758447" y="198883"/>
                </a:cubicBezTo>
                <a:cubicBezTo>
                  <a:pt x="733069" y="198693"/>
                  <a:pt x="714148" y="192029"/>
                  <a:pt x="701683" y="178891"/>
                </a:cubicBezTo>
                <a:cubicBezTo>
                  <a:pt x="689218" y="165753"/>
                  <a:pt x="683003" y="147281"/>
                  <a:pt x="683038" y="123473"/>
                </a:cubicBezTo>
                <a:cubicBezTo>
                  <a:pt x="682975" y="109606"/>
                  <a:pt x="685219" y="97135"/>
                  <a:pt x="689769" y="86060"/>
                </a:cubicBezTo>
                <a:cubicBezTo>
                  <a:pt x="694320" y="74986"/>
                  <a:pt x="701557" y="66198"/>
                  <a:pt x="711479" y="59696"/>
                </a:cubicBezTo>
                <a:cubicBezTo>
                  <a:pt x="721401" y="53195"/>
                  <a:pt x="734387" y="49870"/>
                  <a:pt x="750437" y="49721"/>
                </a:cubicBezTo>
                <a:close/>
                <a:moveTo>
                  <a:pt x="525285" y="49721"/>
                </a:moveTo>
                <a:cubicBezTo>
                  <a:pt x="551302" y="49859"/>
                  <a:pt x="570534" y="56213"/>
                  <a:pt x="582981" y="68781"/>
                </a:cubicBezTo>
                <a:cubicBezTo>
                  <a:pt x="595429" y="81349"/>
                  <a:pt x="601609" y="99304"/>
                  <a:pt x="601523" y="122645"/>
                </a:cubicBezTo>
                <a:cubicBezTo>
                  <a:pt x="601437" y="147091"/>
                  <a:pt x="595049" y="165874"/>
                  <a:pt x="582360" y="178995"/>
                </a:cubicBezTo>
                <a:cubicBezTo>
                  <a:pt x="569671" y="192115"/>
                  <a:pt x="551198" y="198745"/>
                  <a:pt x="526942" y="198883"/>
                </a:cubicBezTo>
                <a:cubicBezTo>
                  <a:pt x="517597" y="198837"/>
                  <a:pt x="509494" y="197824"/>
                  <a:pt x="502634" y="195844"/>
                </a:cubicBezTo>
                <a:lnTo>
                  <a:pt x="502634" y="248603"/>
                </a:lnTo>
                <a:lnTo>
                  <a:pt x="472250" y="248603"/>
                </a:lnTo>
                <a:lnTo>
                  <a:pt x="472250" y="57456"/>
                </a:lnTo>
                <a:cubicBezTo>
                  <a:pt x="479587" y="55200"/>
                  <a:pt x="487908" y="53358"/>
                  <a:pt x="497213" y="51931"/>
                </a:cubicBezTo>
                <a:cubicBezTo>
                  <a:pt x="506519" y="50504"/>
                  <a:pt x="515876" y="49767"/>
                  <a:pt x="525285" y="49721"/>
                </a:cubicBezTo>
                <a:close/>
                <a:moveTo>
                  <a:pt x="283988" y="49721"/>
                </a:moveTo>
                <a:cubicBezTo>
                  <a:pt x="293788" y="49704"/>
                  <a:pt x="302432" y="50567"/>
                  <a:pt x="309919" y="52311"/>
                </a:cubicBezTo>
                <a:cubicBezTo>
                  <a:pt x="317405" y="54055"/>
                  <a:pt x="323770" y="56782"/>
                  <a:pt x="329013" y="60494"/>
                </a:cubicBezTo>
                <a:cubicBezTo>
                  <a:pt x="336925" y="57024"/>
                  <a:pt x="344924" y="54365"/>
                  <a:pt x="353010" y="52518"/>
                </a:cubicBezTo>
                <a:cubicBezTo>
                  <a:pt x="361095" y="50671"/>
                  <a:pt x="369025" y="49739"/>
                  <a:pt x="376800" y="49721"/>
                </a:cubicBezTo>
                <a:cubicBezTo>
                  <a:pt x="399813" y="49842"/>
                  <a:pt x="416006" y="54503"/>
                  <a:pt x="425381" y="63705"/>
                </a:cubicBezTo>
                <a:cubicBezTo>
                  <a:pt x="434755" y="72907"/>
                  <a:pt x="439278" y="85924"/>
                  <a:pt x="438950" y="102757"/>
                </a:cubicBezTo>
                <a:lnTo>
                  <a:pt x="438950" y="195568"/>
                </a:lnTo>
                <a:lnTo>
                  <a:pt x="408565" y="195568"/>
                </a:lnTo>
                <a:lnTo>
                  <a:pt x="408565" y="107176"/>
                </a:lnTo>
                <a:cubicBezTo>
                  <a:pt x="408715" y="96800"/>
                  <a:pt x="406137" y="88963"/>
                  <a:pt x="400831" y="83662"/>
                </a:cubicBezTo>
                <a:cubicBezTo>
                  <a:pt x="395525" y="78362"/>
                  <a:pt x="386594" y="75704"/>
                  <a:pt x="374037" y="75686"/>
                </a:cubicBezTo>
                <a:cubicBezTo>
                  <a:pt x="369031" y="75698"/>
                  <a:pt x="363990" y="76227"/>
                  <a:pt x="358914" y="77275"/>
                </a:cubicBezTo>
                <a:cubicBezTo>
                  <a:pt x="353838" y="78322"/>
                  <a:pt x="348935" y="79818"/>
                  <a:pt x="344205" y="81763"/>
                </a:cubicBezTo>
                <a:cubicBezTo>
                  <a:pt x="346093" y="87794"/>
                  <a:pt x="347013" y="94792"/>
                  <a:pt x="346967" y="102757"/>
                </a:cubicBezTo>
                <a:lnTo>
                  <a:pt x="346967" y="195568"/>
                </a:lnTo>
                <a:lnTo>
                  <a:pt x="316582" y="195568"/>
                </a:lnTo>
                <a:lnTo>
                  <a:pt x="316582" y="106900"/>
                </a:lnTo>
                <a:cubicBezTo>
                  <a:pt x="316738" y="96657"/>
                  <a:pt x="314079" y="88899"/>
                  <a:pt x="308607" y="83628"/>
                </a:cubicBezTo>
                <a:cubicBezTo>
                  <a:pt x="303134" y="78357"/>
                  <a:pt x="293915" y="75710"/>
                  <a:pt x="280949" y="75686"/>
                </a:cubicBezTo>
                <a:cubicBezTo>
                  <a:pt x="276639" y="75686"/>
                  <a:pt x="272277" y="75894"/>
                  <a:pt x="267863" y="76308"/>
                </a:cubicBezTo>
                <a:cubicBezTo>
                  <a:pt x="263450" y="76722"/>
                  <a:pt x="259157" y="77344"/>
                  <a:pt x="254984" y="78173"/>
                </a:cubicBezTo>
                <a:lnTo>
                  <a:pt x="254984" y="195568"/>
                </a:lnTo>
                <a:lnTo>
                  <a:pt x="224600" y="195568"/>
                </a:lnTo>
                <a:lnTo>
                  <a:pt x="224600" y="57456"/>
                </a:lnTo>
                <a:cubicBezTo>
                  <a:pt x="234360" y="55079"/>
                  <a:pt x="244327" y="53203"/>
                  <a:pt x="254501" y="51828"/>
                </a:cubicBezTo>
                <a:cubicBezTo>
                  <a:pt x="264675" y="50452"/>
                  <a:pt x="274504" y="49750"/>
                  <a:pt x="283988" y="49721"/>
                </a:cubicBezTo>
                <a:close/>
                <a:moveTo>
                  <a:pt x="944528" y="28452"/>
                </a:moveTo>
                <a:cubicBezTo>
                  <a:pt x="941173" y="28435"/>
                  <a:pt x="937593" y="28538"/>
                  <a:pt x="933789" y="28763"/>
                </a:cubicBezTo>
                <a:cubicBezTo>
                  <a:pt x="929986" y="28987"/>
                  <a:pt x="926199" y="29436"/>
                  <a:pt x="922430" y="30109"/>
                </a:cubicBezTo>
                <a:lnTo>
                  <a:pt x="922430" y="101375"/>
                </a:lnTo>
                <a:lnTo>
                  <a:pt x="945633" y="101375"/>
                </a:lnTo>
                <a:cubicBezTo>
                  <a:pt x="960790" y="101312"/>
                  <a:pt x="972047" y="98193"/>
                  <a:pt x="979401" y="92018"/>
                </a:cubicBezTo>
                <a:cubicBezTo>
                  <a:pt x="986756" y="85844"/>
                  <a:pt x="990416" y="76993"/>
                  <a:pt x="990381" y="65466"/>
                </a:cubicBezTo>
                <a:cubicBezTo>
                  <a:pt x="990439" y="52927"/>
                  <a:pt x="986733" y="43616"/>
                  <a:pt x="979263" y="37533"/>
                </a:cubicBezTo>
                <a:cubicBezTo>
                  <a:pt x="971793" y="31450"/>
                  <a:pt x="960215" y="28423"/>
                  <a:pt x="944528" y="28452"/>
                </a:cubicBezTo>
                <a:close/>
                <a:moveTo>
                  <a:pt x="2005917" y="4420"/>
                </a:moveTo>
                <a:lnTo>
                  <a:pt x="2120275" y="4420"/>
                </a:lnTo>
                <a:cubicBezTo>
                  <a:pt x="2119998" y="8558"/>
                  <a:pt x="2119584" y="13127"/>
                  <a:pt x="2119032" y="18128"/>
                </a:cubicBezTo>
                <a:cubicBezTo>
                  <a:pt x="2118479" y="23129"/>
                  <a:pt x="2117789" y="27767"/>
                  <a:pt x="2116960" y="32043"/>
                </a:cubicBezTo>
                <a:lnTo>
                  <a:pt x="2036855" y="32043"/>
                </a:lnTo>
                <a:lnTo>
                  <a:pt x="2036855" y="85631"/>
                </a:lnTo>
                <a:lnTo>
                  <a:pt x="2115026" y="85631"/>
                </a:lnTo>
                <a:cubicBezTo>
                  <a:pt x="2114750" y="89636"/>
                  <a:pt x="2114336" y="94124"/>
                  <a:pt x="2113783" y="99097"/>
                </a:cubicBezTo>
                <a:cubicBezTo>
                  <a:pt x="2113231" y="104069"/>
                  <a:pt x="2112540" y="108695"/>
                  <a:pt x="2111712" y="112977"/>
                </a:cubicBezTo>
                <a:lnTo>
                  <a:pt x="2036855" y="112977"/>
                </a:lnTo>
                <a:lnTo>
                  <a:pt x="2036855" y="195568"/>
                </a:lnTo>
                <a:lnTo>
                  <a:pt x="2005917" y="195568"/>
                </a:lnTo>
                <a:close/>
                <a:moveTo>
                  <a:pt x="1902809" y="2211"/>
                </a:moveTo>
                <a:lnTo>
                  <a:pt x="1902809" y="195568"/>
                </a:lnTo>
                <a:lnTo>
                  <a:pt x="1872425" y="195568"/>
                </a:lnTo>
                <a:lnTo>
                  <a:pt x="1872425" y="6630"/>
                </a:lnTo>
                <a:cubicBezTo>
                  <a:pt x="1876488" y="5479"/>
                  <a:pt x="1881345" y="4466"/>
                  <a:pt x="1886996" y="3592"/>
                </a:cubicBezTo>
                <a:cubicBezTo>
                  <a:pt x="1892647" y="2717"/>
                  <a:pt x="1897918" y="2257"/>
                  <a:pt x="1902809" y="2211"/>
                </a:cubicBezTo>
                <a:close/>
                <a:moveTo>
                  <a:pt x="655034" y="2211"/>
                </a:moveTo>
                <a:lnTo>
                  <a:pt x="655034" y="195568"/>
                </a:lnTo>
                <a:lnTo>
                  <a:pt x="624650" y="195568"/>
                </a:lnTo>
                <a:lnTo>
                  <a:pt x="624650" y="6630"/>
                </a:lnTo>
                <a:cubicBezTo>
                  <a:pt x="628712" y="5479"/>
                  <a:pt x="633569" y="4466"/>
                  <a:pt x="639221" y="3592"/>
                </a:cubicBezTo>
                <a:cubicBezTo>
                  <a:pt x="644872" y="2717"/>
                  <a:pt x="650143" y="2257"/>
                  <a:pt x="655034" y="2211"/>
                </a:cubicBezTo>
                <a:close/>
                <a:moveTo>
                  <a:pt x="943423" y="1382"/>
                </a:moveTo>
                <a:cubicBezTo>
                  <a:pt x="963261" y="1532"/>
                  <a:pt x="978921" y="4393"/>
                  <a:pt x="990401" y="9965"/>
                </a:cubicBezTo>
                <a:cubicBezTo>
                  <a:pt x="1001882" y="15538"/>
                  <a:pt x="1010032" y="22921"/>
                  <a:pt x="1014852" y="32115"/>
                </a:cubicBezTo>
                <a:cubicBezTo>
                  <a:pt x="1019673" y="41308"/>
                  <a:pt x="1022012" y="51413"/>
                  <a:pt x="1021871" y="62428"/>
                </a:cubicBezTo>
                <a:cubicBezTo>
                  <a:pt x="1021715" y="83283"/>
                  <a:pt x="1015051" y="99373"/>
                  <a:pt x="1001879" y="110698"/>
                </a:cubicBezTo>
                <a:cubicBezTo>
                  <a:pt x="988706" y="122023"/>
                  <a:pt x="969958" y="127755"/>
                  <a:pt x="945633" y="127893"/>
                </a:cubicBezTo>
                <a:lnTo>
                  <a:pt x="922430" y="127893"/>
                </a:lnTo>
                <a:lnTo>
                  <a:pt x="922430" y="195292"/>
                </a:lnTo>
                <a:lnTo>
                  <a:pt x="891492" y="195292"/>
                </a:lnTo>
                <a:lnTo>
                  <a:pt x="891492" y="6906"/>
                </a:lnTo>
                <a:cubicBezTo>
                  <a:pt x="898473" y="5347"/>
                  <a:pt x="906610" y="4046"/>
                  <a:pt x="915904" y="3005"/>
                </a:cubicBezTo>
                <a:cubicBezTo>
                  <a:pt x="925198" y="1963"/>
                  <a:pt x="934371" y="1422"/>
                  <a:pt x="943423" y="1382"/>
                </a:cubicBezTo>
                <a:close/>
                <a:moveTo>
                  <a:pt x="2316242" y="1106"/>
                </a:moveTo>
                <a:cubicBezTo>
                  <a:pt x="2321738" y="1215"/>
                  <a:pt x="2326215" y="2999"/>
                  <a:pt x="2329673" y="6458"/>
                </a:cubicBezTo>
                <a:cubicBezTo>
                  <a:pt x="2333132" y="9916"/>
                  <a:pt x="2334916" y="14393"/>
                  <a:pt x="2335025" y="19889"/>
                </a:cubicBezTo>
                <a:cubicBezTo>
                  <a:pt x="2334916" y="25385"/>
                  <a:pt x="2333132" y="29862"/>
                  <a:pt x="2329673" y="33320"/>
                </a:cubicBezTo>
                <a:cubicBezTo>
                  <a:pt x="2326215" y="36779"/>
                  <a:pt x="2321738" y="38563"/>
                  <a:pt x="2316242" y="38672"/>
                </a:cubicBezTo>
                <a:cubicBezTo>
                  <a:pt x="2310614" y="38563"/>
                  <a:pt x="2306056" y="36779"/>
                  <a:pt x="2302569" y="33320"/>
                </a:cubicBezTo>
                <a:cubicBezTo>
                  <a:pt x="2299082" y="29862"/>
                  <a:pt x="2297286" y="25385"/>
                  <a:pt x="2297183" y="19889"/>
                </a:cubicBezTo>
                <a:cubicBezTo>
                  <a:pt x="2297286" y="14393"/>
                  <a:pt x="2299082" y="9916"/>
                  <a:pt x="2302569" y="6458"/>
                </a:cubicBezTo>
                <a:cubicBezTo>
                  <a:pt x="2306056" y="2999"/>
                  <a:pt x="2310614" y="1215"/>
                  <a:pt x="2316242" y="1106"/>
                </a:cubicBezTo>
                <a:close/>
                <a:moveTo>
                  <a:pt x="173117" y="1106"/>
                </a:moveTo>
                <a:cubicBezTo>
                  <a:pt x="178613" y="1215"/>
                  <a:pt x="183090" y="2999"/>
                  <a:pt x="186549" y="6458"/>
                </a:cubicBezTo>
                <a:cubicBezTo>
                  <a:pt x="190007" y="9916"/>
                  <a:pt x="191791" y="14393"/>
                  <a:pt x="191900" y="19889"/>
                </a:cubicBezTo>
                <a:cubicBezTo>
                  <a:pt x="191791" y="25385"/>
                  <a:pt x="190007" y="29862"/>
                  <a:pt x="186549" y="33320"/>
                </a:cubicBezTo>
                <a:cubicBezTo>
                  <a:pt x="183090" y="36779"/>
                  <a:pt x="178613" y="38563"/>
                  <a:pt x="173117" y="38672"/>
                </a:cubicBezTo>
                <a:cubicBezTo>
                  <a:pt x="167489" y="38563"/>
                  <a:pt x="162931" y="36779"/>
                  <a:pt x="159444" y="33320"/>
                </a:cubicBezTo>
                <a:cubicBezTo>
                  <a:pt x="155957" y="29862"/>
                  <a:pt x="154161" y="25385"/>
                  <a:pt x="154058" y="19889"/>
                </a:cubicBezTo>
                <a:cubicBezTo>
                  <a:pt x="154161" y="14393"/>
                  <a:pt x="155957" y="9916"/>
                  <a:pt x="159444" y="6458"/>
                </a:cubicBezTo>
                <a:cubicBezTo>
                  <a:pt x="162931" y="2999"/>
                  <a:pt x="167489" y="1215"/>
                  <a:pt x="173117" y="1106"/>
                </a:cubicBezTo>
                <a:close/>
                <a:moveTo>
                  <a:pt x="68228" y="1"/>
                </a:moveTo>
                <a:cubicBezTo>
                  <a:pt x="77205" y="-11"/>
                  <a:pt x="85906" y="634"/>
                  <a:pt x="94331" y="1934"/>
                </a:cubicBezTo>
                <a:cubicBezTo>
                  <a:pt x="102756" y="3235"/>
                  <a:pt x="110904" y="5261"/>
                  <a:pt x="118777" y="8011"/>
                </a:cubicBezTo>
                <a:cubicBezTo>
                  <a:pt x="118357" y="13496"/>
                  <a:pt x="117678" y="18479"/>
                  <a:pt x="116740" y="22962"/>
                </a:cubicBezTo>
                <a:cubicBezTo>
                  <a:pt x="115802" y="27445"/>
                  <a:pt x="114639" y="31669"/>
                  <a:pt x="113252" y="35634"/>
                </a:cubicBezTo>
                <a:cubicBezTo>
                  <a:pt x="105633" y="32883"/>
                  <a:pt x="97807" y="30857"/>
                  <a:pt x="89773" y="29557"/>
                </a:cubicBezTo>
                <a:cubicBezTo>
                  <a:pt x="81740" y="28256"/>
                  <a:pt x="74466" y="27612"/>
                  <a:pt x="67951" y="27623"/>
                </a:cubicBezTo>
                <a:cubicBezTo>
                  <a:pt x="55976" y="27710"/>
                  <a:pt x="47125" y="29885"/>
                  <a:pt x="41399" y="34149"/>
                </a:cubicBezTo>
                <a:cubicBezTo>
                  <a:pt x="35673" y="38413"/>
                  <a:pt x="32831" y="44249"/>
                  <a:pt x="32871" y="51655"/>
                </a:cubicBezTo>
                <a:cubicBezTo>
                  <a:pt x="32917" y="58710"/>
                  <a:pt x="35518" y="64626"/>
                  <a:pt x="40674" y="69402"/>
                </a:cubicBezTo>
                <a:cubicBezTo>
                  <a:pt x="45831" y="74179"/>
                  <a:pt x="53266" y="78575"/>
                  <a:pt x="62979" y="82592"/>
                </a:cubicBezTo>
                <a:lnTo>
                  <a:pt x="77896" y="88945"/>
                </a:lnTo>
                <a:cubicBezTo>
                  <a:pt x="95315" y="96190"/>
                  <a:pt x="107987" y="104282"/>
                  <a:pt x="115911" y="113219"/>
                </a:cubicBezTo>
                <a:cubicBezTo>
                  <a:pt x="123835" y="122156"/>
                  <a:pt x="127737" y="133216"/>
                  <a:pt x="127616" y="146400"/>
                </a:cubicBezTo>
                <a:cubicBezTo>
                  <a:pt x="127593" y="162530"/>
                  <a:pt x="121631" y="175432"/>
                  <a:pt x="109731" y="185106"/>
                </a:cubicBezTo>
                <a:cubicBezTo>
                  <a:pt x="97830" y="194780"/>
                  <a:pt x="80128" y="199740"/>
                  <a:pt x="56626" y="199988"/>
                </a:cubicBezTo>
                <a:cubicBezTo>
                  <a:pt x="45324" y="199999"/>
                  <a:pt x="34989" y="199148"/>
                  <a:pt x="25620" y="197433"/>
                </a:cubicBezTo>
                <a:cubicBezTo>
                  <a:pt x="16251" y="195718"/>
                  <a:pt x="7711" y="193071"/>
                  <a:pt x="0" y="189491"/>
                </a:cubicBezTo>
                <a:cubicBezTo>
                  <a:pt x="271" y="183926"/>
                  <a:pt x="835" y="178966"/>
                  <a:pt x="1692" y="174610"/>
                </a:cubicBezTo>
                <a:cubicBezTo>
                  <a:pt x="2550" y="170253"/>
                  <a:pt x="3735" y="165914"/>
                  <a:pt x="5248" y="161592"/>
                </a:cubicBezTo>
                <a:cubicBezTo>
                  <a:pt x="13173" y="165183"/>
                  <a:pt x="21632" y="167877"/>
                  <a:pt x="30627" y="169672"/>
                </a:cubicBezTo>
                <a:cubicBezTo>
                  <a:pt x="39621" y="171467"/>
                  <a:pt x="48012" y="172365"/>
                  <a:pt x="55798" y="172365"/>
                </a:cubicBezTo>
                <a:cubicBezTo>
                  <a:pt x="68705" y="172359"/>
                  <a:pt x="78592" y="170299"/>
                  <a:pt x="85457" y="166185"/>
                </a:cubicBezTo>
                <a:cubicBezTo>
                  <a:pt x="92323" y="162070"/>
                  <a:pt x="95787" y="155936"/>
                  <a:pt x="95850" y="147781"/>
                </a:cubicBezTo>
                <a:cubicBezTo>
                  <a:pt x="95954" y="140030"/>
                  <a:pt x="93123" y="133642"/>
                  <a:pt x="87356" y="128618"/>
                </a:cubicBezTo>
                <a:cubicBezTo>
                  <a:pt x="81590" y="123594"/>
                  <a:pt x="72268" y="118381"/>
                  <a:pt x="59388" y="112977"/>
                </a:cubicBezTo>
                <a:lnTo>
                  <a:pt x="45301" y="106900"/>
                </a:lnTo>
                <a:cubicBezTo>
                  <a:pt x="32123" y="101473"/>
                  <a:pt x="21603" y="94510"/>
                  <a:pt x="13742" y="86010"/>
                </a:cubicBezTo>
                <a:cubicBezTo>
                  <a:pt x="5881" y="77511"/>
                  <a:pt x="1853" y="66059"/>
                  <a:pt x="1657" y="51655"/>
                </a:cubicBezTo>
                <a:cubicBezTo>
                  <a:pt x="1634" y="35726"/>
                  <a:pt x="7136" y="23181"/>
                  <a:pt x="18162" y="14019"/>
                </a:cubicBezTo>
                <a:cubicBezTo>
                  <a:pt x="29188" y="4858"/>
                  <a:pt x="45877" y="185"/>
                  <a:pt x="68228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1" name="Forma libre: forma 18">
            <a:extLst>
              <a:ext uri="{FF2B5EF4-FFF2-40B4-BE49-F238E27FC236}">
                <a16:creationId xmlns:a16="http://schemas.microsoft.com/office/drawing/2014/main" id="{EB897F3E-95C2-442A-809B-88C740FC4855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2" name="Picture 2" descr="Resultado de imagen de DJSI Member Log">
            <a:extLst>
              <a:ext uri="{FF2B5EF4-FFF2-40B4-BE49-F238E27FC236}">
                <a16:creationId xmlns:a16="http://schemas.microsoft.com/office/drawing/2014/main" id="{B7C9E202-F915-4379-8C3C-60824DFBA2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upo 19">
            <a:extLst>
              <a:ext uri="{FF2B5EF4-FFF2-40B4-BE49-F238E27FC236}">
                <a16:creationId xmlns:a16="http://schemas.microsoft.com/office/drawing/2014/main" id="{8D03AB31-02B5-4199-8E80-C40369B6DC2E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14" name="Imagen 21" descr="Imagen relacionada">
              <a:extLst>
                <a:ext uri="{FF2B5EF4-FFF2-40B4-BE49-F238E27FC236}">
                  <a16:creationId xmlns:a16="http://schemas.microsoft.com/office/drawing/2014/main" id="{4FE65679-9CE4-492A-89BA-71659CEA866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Imagen 23" descr="Imagen relacionada">
              <a:extLst>
                <a:ext uri="{FF2B5EF4-FFF2-40B4-BE49-F238E27FC236}">
                  <a16:creationId xmlns:a16="http://schemas.microsoft.com/office/drawing/2014/main" id="{9735A6D8-83C7-4BAC-9C33-4C04D637266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CuadroTexto 27">
            <a:extLst>
              <a:ext uri="{FF2B5EF4-FFF2-40B4-BE49-F238E27FC236}">
                <a16:creationId xmlns:a16="http://schemas.microsoft.com/office/drawing/2014/main" id="{9EEEFC30-1852-4D6B-8DA7-7AC1065BEE88}"/>
              </a:ext>
            </a:extLst>
          </p:cNvPr>
          <p:cNvSpPr txBox="1"/>
          <p:nvPr userDrawn="1"/>
        </p:nvSpPr>
        <p:spPr>
          <a:xfrm>
            <a:off x="721507" y="628193"/>
            <a:ext cx="33654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>
                <a:solidFill>
                  <a:srgbClr val="EC0000"/>
                </a:solidFill>
                <a:latin typeface="Santander Text" panose="020B0504020201020104" pitchFamily="34" charset="0"/>
              </a:rPr>
              <a:t>Thank You.</a:t>
            </a:r>
          </a:p>
        </p:txBody>
      </p:sp>
      <p:sp>
        <p:nvSpPr>
          <p:cNvPr id="18" name="Forma libre: forma 30">
            <a:extLst>
              <a:ext uri="{FF2B5EF4-FFF2-40B4-BE49-F238E27FC236}">
                <a16:creationId xmlns:a16="http://schemas.microsoft.com/office/drawing/2014/main" id="{2F61C956-9AE7-4E3B-890C-024E9641D459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9" name="CuadroTexto 22">
            <a:extLst>
              <a:ext uri="{FF2B5EF4-FFF2-40B4-BE49-F238E27FC236}">
                <a16:creationId xmlns:a16="http://schemas.microsoft.com/office/drawing/2014/main" id="{4B87F180-12AD-41DB-BB7C-4708E3402180}"/>
              </a:ext>
            </a:extLst>
          </p:cNvPr>
          <p:cNvSpPr txBox="1"/>
          <p:nvPr userDrawn="1"/>
        </p:nvSpPr>
        <p:spPr>
          <a:xfrm>
            <a:off x="719289" y="1945651"/>
            <a:ext cx="33654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purpose is to help people and businesses prosper.</a:t>
            </a:r>
          </a:p>
          <a:p>
            <a:endParaRPr lang="en-US" sz="1397">
              <a:solidFill>
                <a:srgbClr val="595959"/>
              </a:solidFill>
              <a:latin typeface="Santander Text" panose="020B0504020201020104" pitchFamily="34" charset="0"/>
            </a:endParaRPr>
          </a:p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culture is based on believing </a:t>
            </a:r>
            <a:b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</a:br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that everything we do should be:</a:t>
            </a:r>
          </a:p>
        </p:txBody>
      </p:sp>
      <p:pic>
        <p:nvPicPr>
          <p:cNvPr id="20" name="Gráfico 11">
            <a:extLst>
              <a:ext uri="{FF2B5EF4-FFF2-40B4-BE49-F238E27FC236}">
                <a16:creationId xmlns:a16="http://schemas.microsoft.com/office/drawing/2014/main" id="{7A6EDEB3-DC3C-41CF-A4BB-53D9BFB40E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621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3F2F8E-43C6-473B-BB86-8B66FAD1A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69399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3F2F8E-43C6-473B-BB86-8B66FAD1A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35409C-EEC0-4697-922E-41804253EF2D}"/>
              </a:ext>
            </a:extLst>
          </p:cNvPr>
          <p:cNvGrpSpPr/>
          <p:nvPr userDrawn="1"/>
        </p:nvGrpSpPr>
        <p:grpSpPr>
          <a:xfrm>
            <a:off x="1200" y="-5773"/>
            <a:ext cx="12189600" cy="6869546"/>
            <a:chOff x="1200" y="-5773"/>
            <a:chExt cx="12189600" cy="6869546"/>
          </a:xfrm>
        </p:grpSpPr>
        <p:sp>
          <p:nvSpPr>
            <p:cNvPr id="48" name="Slide edges">
              <a:extLst>
                <a:ext uri="{FF2B5EF4-FFF2-40B4-BE49-F238E27FC236}">
                  <a16:creationId xmlns:a16="http://schemas.microsoft.com/office/drawing/2014/main" id="{6F66A47D-10DD-41A7-A290-5A38DB83EB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0" y="-5773"/>
              <a:ext cx="12189600" cy="6869546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9" name="Whitespace measure">
              <a:extLst>
                <a:ext uri="{FF2B5EF4-FFF2-40B4-BE49-F238E27FC236}">
                  <a16:creationId xmlns:a16="http://schemas.microsoft.com/office/drawing/2014/main" id="{7B7404E4-4590-4E7D-861E-2FAD519172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1494507"/>
              <a:ext cx="11263080" cy="581036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6">
              <a:extLst>
                <a:ext uri="{FF2B5EF4-FFF2-40B4-BE49-F238E27FC236}">
                  <a16:creationId xmlns:a16="http://schemas.microsoft.com/office/drawing/2014/main" id="{77A55600-F9A8-4F78-9C53-72AC179E52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8799" y="1502190"/>
              <a:ext cx="10942499" cy="5810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DB72AD3-0BEA-481F-B1CD-24764FE14762}"/>
                </a:ext>
              </a:extLst>
            </p:cNvPr>
            <p:cNvSpPr/>
            <p:nvPr/>
          </p:nvSpPr>
          <p:spPr>
            <a:xfrm>
              <a:off x="1200" y="0"/>
              <a:ext cx="12189600" cy="6863103"/>
            </a:xfrm>
            <a:custGeom>
              <a:avLst/>
              <a:gdLst>
                <a:gd name="connsiteX0" fmla="*/ 463260 w 12189600"/>
                <a:gd name="connsiteY0" fmla="*/ 623550 h 6863103"/>
                <a:gd name="connsiteX1" fmla="*/ 463260 w 12189600"/>
                <a:gd name="connsiteY1" fmla="*/ 6742382 h 6863103"/>
                <a:gd name="connsiteX2" fmla="*/ 11726340 w 12189600"/>
                <a:gd name="connsiteY2" fmla="*/ 6742382 h 6863103"/>
                <a:gd name="connsiteX3" fmla="*/ 11726340 w 12189600"/>
                <a:gd name="connsiteY3" fmla="*/ 623550 h 6863103"/>
                <a:gd name="connsiteX4" fmla="*/ 0 w 12189600"/>
                <a:gd name="connsiteY4" fmla="*/ 0 h 6863103"/>
                <a:gd name="connsiteX5" fmla="*/ 12189600 w 12189600"/>
                <a:gd name="connsiteY5" fmla="*/ 0 h 6863103"/>
                <a:gd name="connsiteX6" fmla="*/ 12189600 w 12189600"/>
                <a:gd name="connsiteY6" fmla="*/ 6863103 h 6863103"/>
                <a:gd name="connsiteX7" fmla="*/ 0 w 12189600"/>
                <a:gd name="connsiteY7" fmla="*/ 6863103 h 686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9600" h="6863103">
                  <a:moveTo>
                    <a:pt x="463260" y="623550"/>
                  </a:moveTo>
                  <a:lnTo>
                    <a:pt x="463260" y="6742382"/>
                  </a:lnTo>
                  <a:lnTo>
                    <a:pt x="11726340" y="6742382"/>
                  </a:lnTo>
                  <a:lnTo>
                    <a:pt x="11726340" y="623550"/>
                  </a:lnTo>
                  <a:close/>
                  <a:moveTo>
                    <a:pt x="0" y="0"/>
                  </a:moveTo>
                  <a:lnTo>
                    <a:pt x="12189600" y="0"/>
                  </a:lnTo>
                  <a:lnTo>
                    <a:pt x="12189600" y="6863103"/>
                  </a:lnTo>
                  <a:lnTo>
                    <a:pt x="0" y="6863103"/>
                  </a:lnTo>
                  <a:close/>
                </a:path>
              </a:pathLst>
            </a:custGeom>
            <a:solidFill>
              <a:srgbClr val="FF9797">
                <a:alpha val="4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6" name="Freeform 8">
              <a:extLst>
                <a:ext uri="{FF2B5EF4-FFF2-40B4-BE49-F238E27FC236}">
                  <a16:creationId xmlns:a16="http://schemas.microsoft.com/office/drawing/2014/main" id="{3967FCEB-D6C1-4458-B6BD-407AFCD5664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00" y="0"/>
              <a:ext cx="12189600" cy="6863103"/>
            </a:xfrm>
            <a:custGeom>
              <a:avLst/>
              <a:gdLst>
                <a:gd name="T0" fmla="*/ 310 w 6021"/>
                <a:gd name="T1" fmla="*/ 742 h 3390"/>
                <a:gd name="T2" fmla="*/ 310 w 6021"/>
                <a:gd name="T3" fmla="*/ 742 h 3390"/>
                <a:gd name="T4" fmla="*/ 310 w 6021"/>
                <a:gd name="T5" fmla="*/ 310 h 3390"/>
                <a:gd name="T6" fmla="*/ 5715 w 6021"/>
                <a:gd name="T7" fmla="*/ 310 h 3390"/>
                <a:gd name="T8" fmla="*/ 5715 w 6021"/>
                <a:gd name="T9" fmla="*/ 742 h 3390"/>
                <a:gd name="T10" fmla="*/ 5715 w 6021"/>
                <a:gd name="T11" fmla="*/ 1029 h 3390"/>
                <a:gd name="T12" fmla="*/ 5715 w 6021"/>
                <a:gd name="T13" fmla="*/ 3040 h 3390"/>
                <a:gd name="T14" fmla="*/ 5715 w 6021"/>
                <a:gd name="T15" fmla="*/ 3043 h 3390"/>
                <a:gd name="T16" fmla="*/ 5715 w 6021"/>
                <a:gd name="T17" fmla="*/ 3230 h 3390"/>
                <a:gd name="T18" fmla="*/ 310 w 6021"/>
                <a:gd name="T19" fmla="*/ 3230 h 3390"/>
                <a:gd name="T20" fmla="*/ 310 w 6021"/>
                <a:gd name="T21" fmla="*/ 3040 h 3390"/>
                <a:gd name="T22" fmla="*/ 310 w 6021"/>
                <a:gd name="T23" fmla="*/ 1029 h 3390"/>
                <a:gd name="T24" fmla="*/ 310 w 6021"/>
                <a:gd name="T25" fmla="*/ 742 h 3390"/>
                <a:gd name="T26" fmla="*/ 6021 w 6021"/>
                <a:gd name="T27" fmla="*/ 0 h 3390"/>
                <a:gd name="T28" fmla="*/ 0 w 6021"/>
                <a:gd name="T29" fmla="*/ 0 h 3390"/>
                <a:gd name="T30" fmla="*/ 0 w 6021"/>
                <a:gd name="T31" fmla="*/ 3390 h 3390"/>
                <a:gd name="T32" fmla="*/ 6021 w 6021"/>
                <a:gd name="T33" fmla="*/ 3390 h 3390"/>
                <a:gd name="T34" fmla="*/ 6021 w 6021"/>
                <a:gd name="T35" fmla="*/ 0 h 33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21" h="3390">
                  <a:moveTo>
                    <a:pt x="310" y="742"/>
                  </a:moveTo>
                  <a:lnTo>
                    <a:pt x="310" y="742"/>
                  </a:lnTo>
                  <a:lnTo>
                    <a:pt x="310" y="310"/>
                  </a:lnTo>
                  <a:lnTo>
                    <a:pt x="5715" y="310"/>
                  </a:lnTo>
                  <a:lnTo>
                    <a:pt x="5715" y="742"/>
                  </a:lnTo>
                  <a:lnTo>
                    <a:pt x="5715" y="1029"/>
                  </a:lnTo>
                  <a:lnTo>
                    <a:pt x="5715" y="3040"/>
                  </a:lnTo>
                  <a:lnTo>
                    <a:pt x="5715" y="3043"/>
                  </a:lnTo>
                  <a:lnTo>
                    <a:pt x="5715" y="3230"/>
                  </a:lnTo>
                  <a:lnTo>
                    <a:pt x="310" y="3230"/>
                  </a:lnTo>
                  <a:lnTo>
                    <a:pt x="310" y="3040"/>
                  </a:lnTo>
                  <a:lnTo>
                    <a:pt x="310" y="1029"/>
                  </a:lnTo>
                  <a:lnTo>
                    <a:pt x="310" y="742"/>
                  </a:lnTo>
                  <a:moveTo>
                    <a:pt x="6021" y="0"/>
                  </a:moveTo>
                  <a:lnTo>
                    <a:pt x="0" y="0"/>
                  </a:lnTo>
                  <a:lnTo>
                    <a:pt x="0" y="3390"/>
                  </a:lnTo>
                  <a:lnTo>
                    <a:pt x="6021" y="3390"/>
                  </a:lnTo>
                  <a:lnTo>
                    <a:pt x="602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AAAE27AE-A761-4086-BA43-07FA9DEE1DE5}"/>
                </a:ext>
              </a:extLst>
            </p:cNvPr>
            <p:cNvGrpSpPr/>
            <p:nvPr/>
          </p:nvGrpSpPr>
          <p:grpSpPr>
            <a:xfrm>
              <a:off x="1383311" y="623550"/>
              <a:ext cx="9425383" cy="5537047"/>
              <a:chOff x="1383311" y="623550"/>
              <a:chExt cx="9425383" cy="5537047"/>
            </a:xfrm>
          </p:grpSpPr>
          <p:sp>
            <p:nvSpPr>
              <p:cNvPr id="123" name="Rectangle 34">
                <a:extLst>
                  <a:ext uri="{FF2B5EF4-FFF2-40B4-BE49-F238E27FC236}">
                    <a16:creationId xmlns:a16="http://schemas.microsoft.com/office/drawing/2014/main" id="{757E33AF-D627-484B-A2EE-7E93D8FF65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74150" y="623550"/>
                <a:ext cx="289506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4" name="Rectangle 35">
                <a:extLst>
                  <a:ext uri="{FF2B5EF4-FFF2-40B4-BE49-F238E27FC236}">
                    <a16:creationId xmlns:a16="http://schemas.microsoft.com/office/drawing/2014/main" id="{EC6697D7-9E39-45B6-8D06-FDB9F79C19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03755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5" name="Rectangle 36">
                <a:extLst>
                  <a:ext uri="{FF2B5EF4-FFF2-40B4-BE49-F238E27FC236}">
                    <a16:creationId xmlns:a16="http://schemas.microsoft.com/office/drawing/2014/main" id="{6AD2B1E5-F4E7-478A-8827-527BD71970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0977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6" name="Rectangle 37">
                <a:extLst>
                  <a:ext uri="{FF2B5EF4-FFF2-40B4-BE49-F238E27FC236}">
                    <a16:creationId xmlns:a16="http://schemas.microsoft.com/office/drawing/2014/main" id="{94AD912F-A235-4C46-A981-0D6FF7A142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16533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7" name="Rectangle 38">
                <a:extLst>
                  <a:ext uri="{FF2B5EF4-FFF2-40B4-BE49-F238E27FC236}">
                    <a16:creationId xmlns:a16="http://schemas.microsoft.com/office/drawing/2014/main" id="{04341D2E-2391-4A3E-9EA7-4717F1A367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29311" y="623550"/>
                <a:ext cx="279383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8" name="Rectangle 39">
                <a:extLst>
                  <a:ext uri="{FF2B5EF4-FFF2-40B4-BE49-F238E27FC236}">
                    <a16:creationId xmlns:a16="http://schemas.microsoft.com/office/drawing/2014/main" id="{E40A6458-DA2A-475F-97FF-2470A018AA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3274" y="623550"/>
                <a:ext cx="293555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9" name="Rectangle 40">
                <a:extLst>
                  <a:ext uri="{FF2B5EF4-FFF2-40B4-BE49-F238E27FC236}">
                    <a16:creationId xmlns:a16="http://schemas.microsoft.com/office/drawing/2014/main" id="{ADE8E87E-384C-4795-94B3-76EB8F6C0D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83311" y="623550"/>
                <a:ext cx="29153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0" name="Rectangle 41">
                <a:extLst>
                  <a:ext uri="{FF2B5EF4-FFF2-40B4-BE49-F238E27FC236}">
                    <a16:creationId xmlns:a16="http://schemas.microsoft.com/office/drawing/2014/main" id="{6918D558-9CB0-4B70-941A-1848C884CC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2162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1" name="Rectangle 42">
                <a:extLst>
                  <a:ext uri="{FF2B5EF4-FFF2-40B4-BE49-F238E27FC236}">
                    <a16:creationId xmlns:a16="http://schemas.microsoft.com/office/drawing/2014/main" id="{92FC6A38-EF62-4FB8-9141-9E95CC82BB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14940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2" name="Rectangle 43">
                <a:extLst>
                  <a:ext uri="{FF2B5EF4-FFF2-40B4-BE49-F238E27FC236}">
                    <a16:creationId xmlns:a16="http://schemas.microsoft.com/office/drawing/2014/main" id="{7F4F6BAA-971D-43D2-88A0-2C6BFE40AB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27718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3" name="Rectangle 44">
                <a:extLst>
                  <a:ext uri="{FF2B5EF4-FFF2-40B4-BE49-F238E27FC236}">
                    <a16:creationId xmlns:a16="http://schemas.microsoft.com/office/drawing/2014/main" id="{54107A8E-0116-4948-BF4B-00AD5D9318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40496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98" name="Live space">
              <a:extLst>
                <a:ext uri="{FF2B5EF4-FFF2-40B4-BE49-F238E27FC236}">
                  <a16:creationId xmlns:a16="http://schemas.microsoft.com/office/drawing/2014/main" id="{223D537B-029A-4182-A5EB-17B26AB25B4E}"/>
                </a:ext>
              </a:extLst>
            </p:cNvPr>
            <p:cNvSpPr/>
            <p:nvPr/>
          </p:nvSpPr>
          <p:spPr>
            <a:xfrm>
              <a:off x="464460" y="2075543"/>
              <a:ext cx="11263080" cy="4079875"/>
            </a:xfrm>
            <a:prstGeom prst="rect">
              <a:avLst/>
            </a:prstGeom>
            <a:noFill/>
            <a:ln w="9525">
              <a:solidFill>
                <a:srgbClr val="EB0000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>
                <a:lnSpc>
                  <a:spcPct val="90000"/>
                </a:lnSpc>
                <a:spcAft>
                  <a:spcPts val="1000"/>
                </a:spcAft>
              </a:pPr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99" name="Footnote measure">
              <a:extLst>
                <a:ext uri="{FF2B5EF4-FFF2-40B4-BE49-F238E27FC236}">
                  <a16:creationId xmlns:a16="http://schemas.microsoft.com/office/drawing/2014/main" id="{BD1E184E-BA76-4816-9096-14320A51B9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6155418"/>
              <a:ext cx="11263080" cy="586964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D702A537-65C4-411D-AA00-BF4DB6A67101}"/>
                </a:ext>
              </a:extLst>
            </p:cNvPr>
            <p:cNvGrpSpPr/>
            <p:nvPr/>
          </p:nvGrpSpPr>
          <p:grpSpPr>
            <a:xfrm>
              <a:off x="1200" y="623550"/>
              <a:ext cx="12189600" cy="5531868"/>
              <a:chOff x="1200" y="623550"/>
              <a:chExt cx="12189600" cy="5531868"/>
            </a:xfrm>
          </p:grpSpPr>
          <p:sp>
            <p:nvSpPr>
              <p:cNvPr id="103" name="Line 14">
                <a:extLst>
                  <a:ext uri="{FF2B5EF4-FFF2-40B4-BE49-F238E27FC236}">
                    <a16:creationId xmlns:a16="http://schemas.microsoft.com/office/drawing/2014/main" id="{5C200F49-50B5-4496-BD42-AE0AEB0D23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91470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" name="Line 15">
                <a:extLst>
                  <a:ext uri="{FF2B5EF4-FFF2-40B4-BE49-F238E27FC236}">
                    <a16:creationId xmlns:a16="http://schemas.microsoft.com/office/drawing/2014/main" id="{D9661390-A599-49D1-8A14-9A80F7F8D2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2355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" name="Line 17">
                <a:extLst>
                  <a:ext uri="{FF2B5EF4-FFF2-40B4-BE49-F238E27FC236}">
                    <a16:creationId xmlns:a16="http://schemas.microsoft.com/office/drawing/2014/main" id="{56D2EA5F-6B29-4CCE-A74F-13DE4049CE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20585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" name="Line 18">
                <a:extLst>
                  <a:ext uri="{FF2B5EF4-FFF2-40B4-BE49-F238E27FC236}">
                    <a16:creationId xmlns:a16="http://schemas.microsoft.com/office/drawing/2014/main" id="{C0D1531F-6CA3-4091-9BE9-EF2A62379F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49700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7" name="Line 19">
                <a:extLst>
                  <a:ext uri="{FF2B5EF4-FFF2-40B4-BE49-F238E27FC236}">
                    <a16:creationId xmlns:a16="http://schemas.microsoft.com/office/drawing/2014/main" id="{65DA1FDD-0B5E-4B19-86DD-95522282AC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78815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8" name="Line 20">
                <a:extLst>
                  <a:ext uri="{FF2B5EF4-FFF2-40B4-BE49-F238E27FC236}">
                    <a16:creationId xmlns:a16="http://schemas.microsoft.com/office/drawing/2014/main" id="{C2FAC051-6056-41AD-9FE7-5C38EA3201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07930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9" name="Line 21">
                <a:extLst>
                  <a:ext uri="{FF2B5EF4-FFF2-40B4-BE49-F238E27FC236}">
                    <a16:creationId xmlns:a16="http://schemas.microsoft.com/office/drawing/2014/main" id="{46BA5B4D-E99F-4D91-9564-02066722A3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37045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0" name="Line 22">
                <a:extLst>
                  <a:ext uri="{FF2B5EF4-FFF2-40B4-BE49-F238E27FC236}">
                    <a16:creationId xmlns:a16="http://schemas.microsoft.com/office/drawing/2014/main" id="{6DD2A49E-7AEB-4B25-876F-2EAFF50EED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66160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1" name="Line 23">
                <a:extLst>
                  <a:ext uri="{FF2B5EF4-FFF2-40B4-BE49-F238E27FC236}">
                    <a16:creationId xmlns:a16="http://schemas.microsoft.com/office/drawing/2014/main" id="{1E18CC5A-0FEE-4E67-983D-425E313410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95275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2" name="Line 24">
                <a:extLst>
                  <a:ext uri="{FF2B5EF4-FFF2-40B4-BE49-F238E27FC236}">
                    <a16:creationId xmlns:a16="http://schemas.microsoft.com/office/drawing/2014/main" id="{C47013A5-EF9A-4A0C-B225-4E696C861C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243909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3" name="Line 25">
                <a:extLst>
                  <a:ext uri="{FF2B5EF4-FFF2-40B4-BE49-F238E27FC236}">
                    <a16:creationId xmlns:a16="http://schemas.microsoft.com/office/drawing/2014/main" id="{286EC1DE-21F9-4267-8138-76196B5E9A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53506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4" name="Line 26">
                <a:extLst>
                  <a:ext uri="{FF2B5EF4-FFF2-40B4-BE49-F238E27FC236}">
                    <a16:creationId xmlns:a16="http://schemas.microsoft.com/office/drawing/2014/main" id="{A3FD46A1-E44A-4297-A574-E845BF797B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82621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5" name="Line 27">
                <a:extLst>
                  <a:ext uri="{FF2B5EF4-FFF2-40B4-BE49-F238E27FC236}">
                    <a16:creationId xmlns:a16="http://schemas.microsoft.com/office/drawing/2014/main" id="{CDB67281-A782-497C-89D3-E41E8ECC52C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11736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6" name="Line 28">
                <a:extLst>
                  <a:ext uri="{FF2B5EF4-FFF2-40B4-BE49-F238E27FC236}">
                    <a16:creationId xmlns:a16="http://schemas.microsoft.com/office/drawing/2014/main" id="{1DD6BF82-727B-4AFF-8229-F1210EB807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40851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7" name="Line 29">
                <a:extLst>
                  <a:ext uri="{FF2B5EF4-FFF2-40B4-BE49-F238E27FC236}">
                    <a16:creationId xmlns:a16="http://schemas.microsoft.com/office/drawing/2014/main" id="{2438866D-D2B1-481E-92EA-FAA3FAF4AF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69966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8" name="Line 30">
                <a:extLst>
                  <a:ext uri="{FF2B5EF4-FFF2-40B4-BE49-F238E27FC236}">
                    <a16:creationId xmlns:a16="http://schemas.microsoft.com/office/drawing/2014/main" id="{43659932-2A06-4542-B317-9B67718BC3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99081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9" name="Line 31">
                <a:extLst>
                  <a:ext uri="{FF2B5EF4-FFF2-40B4-BE49-F238E27FC236}">
                    <a16:creationId xmlns:a16="http://schemas.microsoft.com/office/drawing/2014/main" id="{D8F08BEE-890B-415E-B6B5-A857B8F74A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28196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0" name="Line 32">
                <a:extLst>
                  <a:ext uri="{FF2B5EF4-FFF2-40B4-BE49-F238E27FC236}">
                    <a16:creationId xmlns:a16="http://schemas.microsoft.com/office/drawing/2014/main" id="{D70182C3-6DB8-4EAE-A2FD-85674CA4C1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57311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1" name="Line 16">
                <a:extLst>
                  <a:ext uri="{FF2B5EF4-FFF2-40B4-BE49-F238E27FC236}">
                    <a16:creationId xmlns:a16="http://schemas.microsoft.com/office/drawing/2014/main" id="{D4BAC4AB-A1FA-46A2-B58D-EC1BFAD854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15541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" name="Line 33">
                <a:extLst>
                  <a:ext uri="{FF2B5EF4-FFF2-40B4-BE49-F238E27FC236}">
                    <a16:creationId xmlns:a16="http://schemas.microsoft.com/office/drawing/2014/main" id="{CF3FB8A1-F106-4238-B7D1-3B0A642E90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86426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01" name="Five column measure">
              <a:extLst>
                <a:ext uri="{FF2B5EF4-FFF2-40B4-BE49-F238E27FC236}">
                  <a16:creationId xmlns:a16="http://schemas.microsoft.com/office/drawing/2014/main" id="{E5201F0E-0E3E-45EF-8C37-DD2824BD98C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8799" y="5976438"/>
              <a:ext cx="10942499" cy="66810"/>
            </a:xfrm>
            <a:custGeom>
              <a:avLst/>
              <a:gdLst>
                <a:gd name="T0" fmla="*/ 1113 w 5405"/>
                <a:gd name="T1" fmla="*/ 0 h 33"/>
                <a:gd name="T2" fmla="*/ 2068 w 5405"/>
                <a:gd name="T3" fmla="*/ 0 h 33"/>
                <a:gd name="T4" fmla="*/ 2068 w 5405"/>
                <a:gd name="T5" fmla="*/ 33 h 33"/>
                <a:gd name="T6" fmla="*/ 1113 w 5405"/>
                <a:gd name="T7" fmla="*/ 33 h 33"/>
                <a:gd name="T8" fmla="*/ 1113 w 5405"/>
                <a:gd name="T9" fmla="*/ 0 h 33"/>
                <a:gd name="T10" fmla="*/ 1113 w 5405"/>
                <a:gd name="T11" fmla="*/ 0 h 33"/>
                <a:gd name="T12" fmla="*/ 4449 w 5405"/>
                <a:gd name="T13" fmla="*/ 0 h 33"/>
                <a:gd name="T14" fmla="*/ 4449 w 5405"/>
                <a:gd name="T15" fmla="*/ 33 h 33"/>
                <a:gd name="T16" fmla="*/ 5405 w 5405"/>
                <a:gd name="T17" fmla="*/ 33 h 33"/>
                <a:gd name="T18" fmla="*/ 5405 w 5405"/>
                <a:gd name="T19" fmla="*/ 0 h 33"/>
                <a:gd name="T20" fmla="*/ 4449 w 5405"/>
                <a:gd name="T21" fmla="*/ 0 h 33"/>
                <a:gd name="T22" fmla="*/ 4449 w 5405"/>
                <a:gd name="T23" fmla="*/ 0 h 33"/>
                <a:gd name="T24" fmla="*/ 3337 w 5405"/>
                <a:gd name="T25" fmla="*/ 0 h 33"/>
                <a:gd name="T26" fmla="*/ 3337 w 5405"/>
                <a:gd name="T27" fmla="*/ 33 h 33"/>
                <a:gd name="T28" fmla="*/ 4293 w 5405"/>
                <a:gd name="T29" fmla="*/ 33 h 33"/>
                <a:gd name="T30" fmla="*/ 4293 w 5405"/>
                <a:gd name="T31" fmla="*/ 0 h 33"/>
                <a:gd name="T32" fmla="*/ 3337 w 5405"/>
                <a:gd name="T33" fmla="*/ 0 h 33"/>
                <a:gd name="T34" fmla="*/ 3337 w 5405"/>
                <a:gd name="T35" fmla="*/ 0 h 33"/>
                <a:gd name="T36" fmla="*/ 2225 w 5405"/>
                <a:gd name="T37" fmla="*/ 0 h 33"/>
                <a:gd name="T38" fmla="*/ 2225 w 5405"/>
                <a:gd name="T39" fmla="*/ 33 h 33"/>
                <a:gd name="T40" fmla="*/ 3180 w 5405"/>
                <a:gd name="T41" fmla="*/ 33 h 33"/>
                <a:gd name="T42" fmla="*/ 3180 w 5405"/>
                <a:gd name="T43" fmla="*/ 0 h 33"/>
                <a:gd name="T44" fmla="*/ 2225 w 5405"/>
                <a:gd name="T45" fmla="*/ 0 h 33"/>
                <a:gd name="T46" fmla="*/ 2225 w 5405"/>
                <a:gd name="T47" fmla="*/ 0 h 33"/>
                <a:gd name="T48" fmla="*/ 0 w 5405"/>
                <a:gd name="T49" fmla="*/ 0 h 33"/>
                <a:gd name="T50" fmla="*/ 0 w 5405"/>
                <a:gd name="T51" fmla="*/ 33 h 33"/>
                <a:gd name="T52" fmla="*/ 955 w 5405"/>
                <a:gd name="T53" fmla="*/ 33 h 33"/>
                <a:gd name="T54" fmla="*/ 955 w 5405"/>
                <a:gd name="T55" fmla="*/ 0 h 33"/>
                <a:gd name="T56" fmla="*/ 0 w 5405"/>
                <a:gd name="T57" fmla="*/ 0 h 33"/>
                <a:gd name="T58" fmla="*/ 0 w 5405"/>
                <a:gd name="T59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5405" h="33">
                  <a:moveTo>
                    <a:pt x="1113" y="0"/>
                  </a:moveTo>
                  <a:lnTo>
                    <a:pt x="2068" y="0"/>
                  </a:lnTo>
                  <a:lnTo>
                    <a:pt x="2068" y="33"/>
                  </a:lnTo>
                  <a:lnTo>
                    <a:pt x="1113" y="33"/>
                  </a:lnTo>
                  <a:lnTo>
                    <a:pt x="1113" y="0"/>
                  </a:lnTo>
                  <a:lnTo>
                    <a:pt x="1113" y="0"/>
                  </a:lnTo>
                  <a:close/>
                  <a:moveTo>
                    <a:pt x="4449" y="0"/>
                  </a:moveTo>
                  <a:lnTo>
                    <a:pt x="4449" y="33"/>
                  </a:lnTo>
                  <a:lnTo>
                    <a:pt x="5405" y="33"/>
                  </a:lnTo>
                  <a:lnTo>
                    <a:pt x="5405" y="0"/>
                  </a:lnTo>
                  <a:lnTo>
                    <a:pt x="4449" y="0"/>
                  </a:lnTo>
                  <a:lnTo>
                    <a:pt x="4449" y="0"/>
                  </a:lnTo>
                  <a:close/>
                  <a:moveTo>
                    <a:pt x="3337" y="0"/>
                  </a:moveTo>
                  <a:lnTo>
                    <a:pt x="3337" y="33"/>
                  </a:lnTo>
                  <a:lnTo>
                    <a:pt x="4293" y="33"/>
                  </a:lnTo>
                  <a:lnTo>
                    <a:pt x="4293" y="0"/>
                  </a:lnTo>
                  <a:lnTo>
                    <a:pt x="3337" y="0"/>
                  </a:lnTo>
                  <a:lnTo>
                    <a:pt x="3337" y="0"/>
                  </a:lnTo>
                  <a:close/>
                  <a:moveTo>
                    <a:pt x="2225" y="0"/>
                  </a:moveTo>
                  <a:lnTo>
                    <a:pt x="2225" y="33"/>
                  </a:lnTo>
                  <a:lnTo>
                    <a:pt x="3180" y="33"/>
                  </a:lnTo>
                  <a:lnTo>
                    <a:pt x="3180" y="0"/>
                  </a:lnTo>
                  <a:lnTo>
                    <a:pt x="2225" y="0"/>
                  </a:lnTo>
                  <a:lnTo>
                    <a:pt x="2225" y="0"/>
                  </a:lnTo>
                  <a:close/>
                  <a:moveTo>
                    <a:pt x="0" y="0"/>
                  </a:moveTo>
                  <a:lnTo>
                    <a:pt x="0" y="33"/>
                  </a:lnTo>
                  <a:lnTo>
                    <a:pt x="955" y="33"/>
                  </a:lnTo>
                  <a:lnTo>
                    <a:pt x="9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BFBF">
                <a:alpha val="15000"/>
              </a:srgb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ootnote example">
              <a:extLst>
                <a:ext uri="{FF2B5EF4-FFF2-40B4-BE49-F238E27FC236}">
                  <a16:creationId xmlns:a16="http://schemas.microsoft.com/office/drawing/2014/main" id="{2210F762-A290-4626-943F-AFBDED176EAD}"/>
                </a:ext>
              </a:extLst>
            </p:cNvPr>
            <p:cNvSpPr txBox="1"/>
            <p:nvPr/>
          </p:nvSpPr>
          <p:spPr>
            <a:xfrm>
              <a:off x="1688182" y="6368431"/>
              <a:ext cx="9030914" cy="373949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1. xxxx  2. xxxx  3. List footnotes in numerical order. Footnote numbers are not bracketed. Use 9pt font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  <a:endParaRPr kumimoji="0" lang="en-US" sz="900" b="0" i="0" u="none" strike="noStrike" kern="1200" cap="none" spc="0" normalizeH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sym typeface="Trebuchet MS" panose="020B0603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75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 Overvie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3818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Rectangle 10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FFFF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630000" y="907198"/>
            <a:ext cx="3448800" cy="344728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612000" tIns="468000" rIns="0" bIns="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1"/>
          <p:cNvSpPr txBox="1"/>
          <p:nvPr userDrawn="1"/>
        </p:nvSpPr>
        <p:spPr>
          <a:xfrm>
            <a:off x="1190100" y="1115416"/>
            <a:ext cx="2327880" cy="88178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A673F4-E84A-4906-9EE0-E47E759AB8D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4" name="Gráfico 10">
            <a:extLst>
              <a:ext uri="{FF2B5EF4-FFF2-40B4-BE49-F238E27FC236}">
                <a16:creationId xmlns:a16="http://schemas.microsoft.com/office/drawing/2014/main" id="{5DA82A7E-30C4-4DA6-B2E8-92B7DE3E21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31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036020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Rectangle 9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89E48E6-9479-4108-B4CD-35A299602EEE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BB21354F-8F55-4E0A-8C34-B734AFBD5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Full Width Overvie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188340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cxnSp>
        <p:nvCxnSpPr>
          <p:cNvPr id="13" name="Straight Connector 12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418A826-B7F6-4DE4-B495-06E55312FCC4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1E36A802-7AF8-46E6-B7DE-533EA7B6B9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07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Two-Third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16950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464460" y="3276651"/>
            <a:ext cx="1547143" cy="3046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8DDCE68-9857-42B6-979C-C07AE3C4CFBA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FBBA0C41-A645-401D-90D5-04976505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190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 Overvie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0386290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Rectangle 7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5D5D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0" y="907197"/>
            <a:ext cx="3448800" cy="3447288"/>
          </a:xfrm>
          <a:prstGeom prst="rect">
            <a:avLst/>
          </a:prstGeom>
          <a:noFill/>
          <a:ln>
            <a:solidFill>
              <a:srgbClr val="FF5D5D"/>
            </a:solidFill>
          </a:ln>
        </p:spPr>
        <p:txBody>
          <a:bodyPr wrap="square" lIns="612000" tIns="468000" rIns="0" bIns="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>
              <a:solidFill>
                <a:schemeClr val="accent4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extBox 1"/>
          <p:cNvSpPr txBox="1"/>
          <p:nvPr userDrawn="1"/>
        </p:nvSpPr>
        <p:spPr>
          <a:xfrm>
            <a:off x="1190100" y="1115416"/>
            <a:ext cx="2327880" cy="881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chemeClr val="accent4"/>
                </a:solidFill>
                <a:latin typeface="+mj-lt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>
                <a:solidFill>
                  <a:srgbClr val="FF5D5D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86557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046910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Rectangle 7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614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Full Width Overvie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6140207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>
                <a:solidFill>
                  <a:srgbClr val="FF5D5D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cxnSp>
        <p:nvCxnSpPr>
          <p:cNvPr id="9" name="Straight Connector 8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rgbClr val="FF5D5D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33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wo-Third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4593787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464460" y="3276651"/>
            <a:ext cx="1161047" cy="3046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34E82-0979-4FA1-BAF0-E612A916C69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2" name="Gráfico 10">
            <a:extLst>
              <a:ext uri="{FF2B5EF4-FFF2-40B4-BE49-F238E27FC236}">
                <a16:creationId xmlns:a16="http://schemas.microsoft.com/office/drawing/2014/main" id="{864775A1-D98F-4B20-B33A-70A53B4F76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able of Content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496601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46446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>
                <a:solidFill>
                  <a:srgbClr val="FF5D5D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24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E576499-88DB-4505-BF9A-F236812695C9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0C81D4A7-091E-4221-8838-64A976790B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65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628957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rtl="0"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  <a:endParaRPr lang="pt-BR" sz="7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332399"/>
          </a:xfrm>
        </p:spPr>
        <p:txBody>
          <a:bodyPr vert="horz"/>
          <a:lstStyle>
            <a:lvl1pPr rtl="0"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pt-BR"/>
              <a:t>Click to add title</a:t>
            </a:r>
          </a:p>
        </p:txBody>
      </p:sp>
      <p:pic>
        <p:nvPicPr>
          <p:cNvPr id="4" name="Picture 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617F41CB-8A47-94A4-7407-1A1E830C69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2917" t="24439" r="12917" b="33917"/>
          <a:stretch/>
        </p:blipFill>
        <p:spPr>
          <a:xfrm>
            <a:off x="9725400" y="6356076"/>
            <a:ext cx="1022516" cy="2053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89ED36-9C92-B05C-00F7-366905EBA74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2475" y="6378610"/>
            <a:ext cx="437237" cy="175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124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1_Title 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574431" y="365126"/>
            <a:ext cx="11043138" cy="994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 txBox="1">
            <a:spLocks noGrp="1"/>
          </p:cNvSpPr>
          <p:nvPr>
            <p:ph type="ftr" idx="11"/>
          </p:nvPr>
        </p:nvSpPr>
        <p:spPr>
          <a:xfrm>
            <a:off x="574431" y="6356350"/>
            <a:ext cx="1104313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sldNum" idx="12"/>
          </p:nvPr>
        </p:nvSpPr>
        <p:spPr>
          <a:xfrm>
            <a:off x="11617568" y="6356350"/>
            <a:ext cx="42203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4001460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66344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84" imgH="384" progId="TCLayout.ActiveDocument.1">
                  <p:embed/>
                </p:oleObj>
              </mc:Choice>
              <mc:Fallback>
                <p:oleObj name="think-cell Slide" r:id="rId4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Forma libre: forma 18">
            <a:extLst>
              <a:ext uri="{FF2B5EF4-FFF2-40B4-BE49-F238E27FC236}">
                <a16:creationId xmlns:a16="http://schemas.microsoft.com/office/drawing/2014/main" id="{7FE308E0-D81F-4DB2-8F22-D6C937466584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7" name="Picture 2" descr="Resultado de imagen de DJSI Member Log">
            <a:extLst>
              <a:ext uri="{FF2B5EF4-FFF2-40B4-BE49-F238E27FC236}">
                <a16:creationId xmlns:a16="http://schemas.microsoft.com/office/drawing/2014/main" id="{17557D72-9B93-4AA2-8A14-2F1F3C2D63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upo 19">
            <a:extLst>
              <a:ext uri="{FF2B5EF4-FFF2-40B4-BE49-F238E27FC236}">
                <a16:creationId xmlns:a16="http://schemas.microsoft.com/office/drawing/2014/main" id="{196AAF2A-759F-4ED8-91EA-C09C2EE16E88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23" name="Imagen 21" descr="Imagen relacionada">
              <a:extLst>
                <a:ext uri="{FF2B5EF4-FFF2-40B4-BE49-F238E27FC236}">
                  <a16:creationId xmlns:a16="http://schemas.microsoft.com/office/drawing/2014/main" id="{09994C99-AF3A-43DF-B34D-9377C442FEA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Imagen 23" descr="Imagen relacionada">
              <a:extLst>
                <a:ext uri="{FF2B5EF4-FFF2-40B4-BE49-F238E27FC236}">
                  <a16:creationId xmlns:a16="http://schemas.microsoft.com/office/drawing/2014/main" id="{DDF514C2-91E9-4E60-9CDB-B206F0D352E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5" name="Forma libre: forma 30">
            <a:extLst>
              <a:ext uri="{FF2B5EF4-FFF2-40B4-BE49-F238E27FC236}">
                <a16:creationId xmlns:a16="http://schemas.microsoft.com/office/drawing/2014/main" id="{6B162926-3FE5-422F-82C4-76F34E02DEC1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28" name="Gráfico 11">
            <a:extLst>
              <a:ext uri="{FF2B5EF4-FFF2-40B4-BE49-F238E27FC236}">
                <a16:creationId xmlns:a16="http://schemas.microsoft.com/office/drawing/2014/main" id="{DAAB6F93-1958-433A-BDCF-4DA96052FB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  <p:sp>
        <p:nvSpPr>
          <p:cNvPr id="29" name="Title 1">
            <a:extLst>
              <a:ext uri="{FF2B5EF4-FFF2-40B4-BE49-F238E27FC236}">
                <a16:creationId xmlns:a16="http://schemas.microsoft.com/office/drawing/2014/main" id="{FE9EB4F3-84B8-41E9-8132-99B6FA2A777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ltGray">
          <a:xfrm>
            <a:off x="721745" y="1096485"/>
            <a:ext cx="4934308" cy="1407004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>
            <a:lvl1pPr algn="l">
              <a:lnSpc>
                <a:spcPct val="93000"/>
              </a:lnSpc>
              <a:defRPr sz="4600" baseline="0">
                <a:solidFill>
                  <a:srgbClr val="FF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Title in Title Case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D97D63B5-0C6E-4716-876F-5CEB9F8999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724620" y="2722142"/>
            <a:ext cx="4934309" cy="243645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in sentence case</a:t>
            </a:r>
          </a:p>
        </p:txBody>
      </p:sp>
    </p:spTree>
    <p:extLst>
      <p:ext uri="{BB962C8B-B14F-4D97-AF65-F5344CB8AC3E}">
        <p14:creationId xmlns:p14="http://schemas.microsoft.com/office/powerpoint/2010/main" val="1515183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F3400958-F1B6-486E-B971-EBA46AAAC5B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01109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F3400958-F1B6-486E-B971-EBA46AAAC5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F595605-927E-4A98-B6EC-DBE34A519D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165731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AD25079-A4AF-4400-A203-42E466D9F08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041376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AD25079-A4AF-4400-A203-42E466D9F0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FCE4FFF-81B3-4CDA-B0A1-3363FFB22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F54B2F8-C51F-4566-BAC0-8A0C8E5754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" y="2075543"/>
            <a:ext cx="11263080" cy="40798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>
                <a:latin typeface="+mn-lt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>
                <a:latin typeface="+mn-lt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535146A9-55D9-479F-B88D-DF8164B1E4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273000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D3B9CCE-C23C-4B5C-B0A0-EF07764266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67145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D3B9CCE-C23C-4B5C-B0A0-EF07764266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363993" y="1544274"/>
            <a:ext cx="3718407" cy="1495794"/>
          </a:xfrm>
        </p:spPr>
        <p:txBody>
          <a:bodyPr vert="horz" wrap="square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6" name="Gráfico 10">
            <a:extLst>
              <a:ext uri="{FF2B5EF4-FFF2-40B4-BE49-F238E27FC236}">
                <a16:creationId xmlns:a16="http://schemas.microsoft.com/office/drawing/2014/main" id="{001EC57D-BB43-486D-971D-60B75478FF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1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E40ECE2F-96B8-457C-9993-567E7D65D5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11573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E40ECE2F-96B8-457C-9993-567E7D65D5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vert="horz"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FA9F4F7-C5C8-45E9-AFFC-83822824D12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565A961C-02B5-4262-8A6C-1D25517563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32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A511B35-7296-4A32-87CA-5A6DE84866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46260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A511B35-7296-4A32-87CA-5A6DE84866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464460" y="3826800"/>
            <a:ext cx="11263080" cy="2041200"/>
          </a:xfrm>
        </p:spPr>
        <p:txBody>
          <a:bodyPr vert="horz" lIns="0" tIns="0" rIns="0" bIns="0" anchor="t">
            <a:noAutofit/>
          </a:bodyPr>
          <a:lstStyle>
            <a:lvl1pPr>
              <a:defRPr sz="5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464460" y="3680016"/>
            <a:ext cx="11730742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3C85A7C-51DE-4BDE-BF2B-0AC2A731DB6F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9" name="Gráfico 10">
            <a:extLst>
              <a:ext uri="{FF2B5EF4-FFF2-40B4-BE49-F238E27FC236}">
                <a16:creationId xmlns:a16="http://schemas.microsoft.com/office/drawing/2014/main" id="{9D333358-1DC3-4741-B873-53BC1495A5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05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B58A6A7-FA04-449B-BF41-79DB0AD40C4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44783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B58A6A7-FA04-449B-BF41-79DB0AD40C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C603F690-ECB8-4D67-BC80-2686BF801D6D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922AD3E7-36B3-4668-BFD6-2524809F7B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2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3C33094-381F-45CD-893C-6DE67AC234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33701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3C33094-381F-45CD-893C-6DE67AC234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0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2807" cy="51398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95FFFDC-E8E5-461F-A5A8-30E732BAADD0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2" name="Gráfico 10">
            <a:extLst>
              <a:ext uri="{FF2B5EF4-FFF2-40B4-BE49-F238E27FC236}">
                <a16:creationId xmlns:a16="http://schemas.microsoft.com/office/drawing/2014/main" id="{653E0F08-53B3-4E5A-8B66-5079C27222D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6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FD1D1E-5C4A-4324-90FE-D43AF2E88B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84332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FD1D1E-5C4A-4324-90FE-D43AF2E88B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22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A430361-CE8D-4EF1-9FF0-28F23391716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71B0CE5E-4F0C-457F-80D3-F3F8D140D6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49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9F5575-5832-4BF4-ADFE-D18D47837A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24554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9F5575-5832-4BF4-ADFE-D18D47837A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363993" y="1785600"/>
            <a:ext cx="4654407" cy="3286800"/>
          </a:xfrm>
          <a:prstGeom prst="rect">
            <a:avLst/>
          </a:prstGeom>
          <a:noFill/>
        </p:spPr>
        <p:txBody>
          <a:bodyPr vert="horz" wrap="square" lIns="91440" tIns="45720" rIns="320040" bIns="4572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2C2BD534-594D-47E5-B410-C977013CA6E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2" name="Gráfico 10">
            <a:extLst>
              <a:ext uri="{FF2B5EF4-FFF2-40B4-BE49-F238E27FC236}">
                <a16:creationId xmlns:a16="http://schemas.microsoft.com/office/drawing/2014/main" id="{BE57DA90-205C-4B1C-B7C2-3C5874F311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2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72E80E5-AF90-467B-B9B7-5F8A464822B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251563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72E80E5-AF90-467B-B9B7-5F8A464822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16394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363993" y="1804650"/>
            <a:ext cx="6513559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7E92FF58-785F-40D0-A09E-58515D4FA67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C0C9149E-46DD-468E-9B5F-4F6A995362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809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A5D0BD4-7F68-4EB0-9121-1D8F4296321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505226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A5D0BD4-7F68-4EB0-9121-1D8F429632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A25C555-BD9C-42E9-A8C2-D97554E7A8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A5A06368-CF23-48ED-A864-7A7B56646DB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6" name="Gráfico 10">
            <a:extLst>
              <a:ext uri="{FF2B5EF4-FFF2-40B4-BE49-F238E27FC236}">
                <a16:creationId xmlns:a16="http://schemas.microsoft.com/office/drawing/2014/main" id="{FEC532FC-00EE-488A-A45B-27C010972F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57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136896A-3E29-433E-8AF6-BCB409E28D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19716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136896A-3E29-433E-8AF6-BCB409E28D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 anchorCtr="0">
            <a:noAutofit/>
          </a:bodyPr>
          <a:lstStyle>
            <a:lvl1pPr>
              <a:defRPr sz="22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7DDE41AC-0D78-4C72-85DD-999F04D39E43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6FF9B0A9-84BE-4593-B253-56194A82C8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17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8288606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02CBF43E-332A-491B-9ADF-7524124C5593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01818649-836D-4DC1-AE97-90829423F5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20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636CB50-FA1B-4FDD-A974-2251794F7FD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06047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636CB50-FA1B-4FDD-A974-2251794F7F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764377D0-E6C5-4C97-81C9-D49471AA8825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A64AF0A9-5166-473A-8E0D-2E56BC3F97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192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32FA692-5C9F-4FE5-9FF9-1465CB2D4A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464391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32FA692-5C9F-4FE5-9FF9-1465CB2D4A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4939653" cy="513982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l" defTabSz="91275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lang="en-US" sz="2200" kern="1200" dirty="0">
                <a:solidFill>
                  <a:srgbClr val="458FA3"/>
                </a:solidFill>
                <a:latin typeface="Santander Headline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473247E4-EB0A-4A20-A593-1F73E007184F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1" name="Gráfico 10">
            <a:extLst>
              <a:ext uri="{FF2B5EF4-FFF2-40B4-BE49-F238E27FC236}">
                <a16:creationId xmlns:a16="http://schemas.microsoft.com/office/drawing/2014/main" id="{43E82DAE-EBAC-4FBD-8FF6-D1F93C7399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87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6D0871-1A22-4976-97AA-1C53B632AA0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1660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6D0871-1A22-4976-97AA-1C53B632AA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4939653" cy="51398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E0AD5CE1-C373-44B5-84F1-7E13AD863383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1" name="Gráfico 10">
            <a:extLst>
              <a:ext uri="{FF2B5EF4-FFF2-40B4-BE49-F238E27FC236}">
                <a16:creationId xmlns:a16="http://schemas.microsoft.com/office/drawing/2014/main" id="{B9A3D3E9-CD02-4394-8FA7-96B87B7036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78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58B1872-8E7B-48BF-A9BB-F7DF486499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43702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58B1872-8E7B-48BF-A9BB-F7DF486499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2807" cy="51398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/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812D372-DB3C-41EE-91C9-67533A016F7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0D5FE38A-F7AE-4F49-B2C2-ECF0D6EEBAC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280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77E1878-50A1-45C4-A226-395DE6223F1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645229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77E1878-50A1-45C4-A226-395DE6223F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2807" cy="51398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8F72BA9-A67A-46BF-BFAB-8D19A962C5A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2" name="Gráfico 10">
            <a:extLst>
              <a:ext uri="{FF2B5EF4-FFF2-40B4-BE49-F238E27FC236}">
                <a16:creationId xmlns:a16="http://schemas.microsoft.com/office/drawing/2014/main" id="{72439B72-6564-4508-A62E-5AB60D7E59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86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2CC99D05-42E2-48F4-9989-2D138424FE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15005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2CC99D05-42E2-48F4-9989-2D138424F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5160514-17D3-49F1-A067-41F37C1DB6C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2" name="Gráfico 10">
            <a:extLst>
              <a:ext uri="{FF2B5EF4-FFF2-40B4-BE49-F238E27FC236}">
                <a16:creationId xmlns:a16="http://schemas.microsoft.com/office/drawing/2014/main" id="{0FE801CA-B579-414F-9D53-03D6CBA779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5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icon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A4BA606-AB10-41CB-8355-4B096C156EB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13314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A4BA606-AB10-41CB-8355-4B096C156E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464460" y="625475"/>
            <a:ext cx="932688" cy="932688"/>
          </a:xfrm>
          <a:prstGeom prst="rect">
            <a:avLst/>
          </a:prstGeom>
          <a:noFill/>
          <a:ln>
            <a:solidFill>
              <a:srgbClr val="FF5D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rgbClr val="FF5D5D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37966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rgbClr val="75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712737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rgbClr val="EB0000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634C699-A57D-4324-9E7F-2C49231B075E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9" name="Gráfico 10">
            <a:extLst>
              <a:ext uri="{FF2B5EF4-FFF2-40B4-BE49-F238E27FC236}">
                <a16:creationId xmlns:a16="http://schemas.microsoft.com/office/drawing/2014/main" id="{917058B6-8FD2-4275-A149-DEBC2B9F35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17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6E55090-B7BB-4FF6-ADED-E2C942C7EB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815468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6E55090-B7BB-4FF6-ADED-E2C942C7EB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 bwMode="white"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</p:spPr>
        <p:txBody>
          <a:bodyPr vert="horz" wrap="square" lIns="91440" tIns="45720" rIns="91440" bIns="4572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 indent="0"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604E739-BE4D-4804-9560-2D3D0FB9AA9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5" name="Gráfico 10">
            <a:extLst>
              <a:ext uri="{FF2B5EF4-FFF2-40B4-BE49-F238E27FC236}">
                <a16:creationId xmlns:a16="http://schemas.microsoft.com/office/drawing/2014/main" id="{167DAFD7-7098-4887-835C-CD0697D7E3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073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0E8DDFD-28AD-43B6-999D-8F041BBA5B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989895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0E8DDFD-28AD-43B6-999D-8F041BBA5B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1425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9B83331-C4D2-4383-96A5-16045608BE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78934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9B83331-C4D2-4383-96A5-16045608BE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3C4E39D-430A-40A7-A39D-6600D44331BB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AD2DFDC0-A933-4641-AC36-D4245E85DD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31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F46967A-E06A-41E6-8EE6-73702C5F804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305105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F46967A-E06A-41E6-8EE6-73702C5F80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FB475-A0A0-4975-9201-9D57C845C3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21826" y="1802755"/>
            <a:ext cx="6209072" cy="3046988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7" name="Title 6"/>
          <p:cNvSpPr txBox="1">
            <a:spLocks/>
          </p:cNvSpPr>
          <p:nvPr/>
        </p:nvSpPr>
        <p:spPr>
          <a:xfrm>
            <a:off x="639044" y="2966151"/>
            <a:ext cx="3199529" cy="72019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20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824906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606853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2F1B35-CE73-4F7F-8531-B99335DEC63E}"/>
              </a:ext>
            </a:extLst>
          </p:cNvPr>
          <p:cNvSpPr/>
          <p:nvPr userDrawn="1"/>
        </p:nvSpPr>
        <p:spPr>
          <a:xfrm>
            <a:off x="820237" y="3464159"/>
            <a:ext cx="2446172" cy="248603"/>
          </a:xfrm>
          <a:custGeom>
            <a:avLst/>
            <a:gdLst/>
            <a:ahLst/>
            <a:cxnLst/>
            <a:rect l="l" t="t" r="r" b="b"/>
            <a:pathLst>
              <a:path w="2446172" h="248603">
                <a:moveTo>
                  <a:pt x="2218258" y="75686"/>
                </a:moveTo>
                <a:cubicBezTo>
                  <a:pt x="2202560" y="75848"/>
                  <a:pt x="2190935" y="80359"/>
                  <a:pt x="2183385" y="89222"/>
                </a:cubicBezTo>
                <a:cubicBezTo>
                  <a:pt x="2175835" y="98084"/>
                  <a:pt x="2172083" y="110330"/>
                  <a:pt x="2172129" y="125959"/>
                </a:cubicBezTo>
                <a:cubicBezTo>
                  <a:pt x="2172037" y="140289"/>
                  <a:pt x="2175052" y="151821"/>
                  <a:pt x="2181175" y="160557"/>
                </a:cubicBezTo>
                <a:cubicBezTo>
                  <a:pt x="2187298" y="169292"/>
                  <a:pt x="2197081" y="173781"/>
                  <a:pt x="2210524" y="174023"/>
                </a:cubicBezTo>
                <a:cubicBezTo>
                  <a:pt x="2216451" y="173988"/>
                  <a:pt x="2221861" y="173090"/>
                  <a:pt x="2226752" y="171329"/>
                </a:cubicBezTo>
                <a:cubicBezTo>
                  <a:pt x="2231644" y="169568"/>
                  <a:pt x="2236086" y="167151"/>
                  <a:pt x="2240080" y="164078"/>
                </a:cubicBezTo>
                <a:lnTo>
                  <a:pt x="2240080" y="77344"/>
                </a:lnTo>
                <a:cubicBezTo>
                  <a:pt x="2236926" y="76791"/>
                  <a:pt x="2233566" y="76377"/>
                  <a:pt x="2229998" y="76101"/>
                </a:cubicBezTo>
                <a:cubicBezTo>
                  <a:pt x="2226430" y="75825"/>
                  <a:pt x="2222517" y="75686"/>
                  <a:pt x="2218258" y="75686"/>
                </a:cubicBezTo>
                <a:close/>
                <a:moveTo>
                  <a:pt x="1789633" y="75686"/>
                </a:moveTo>
                <a:cubicBezTo>
                  <a:pt x="1773935" y="75848"/>
                  <a:pt x="1762310" y="80359"/>
                  <a:pt x="1754760" y="89222"/>
                </a:cubicBezTo>
                <a:cubicBezTo>
                  <a:pt x="1747210" y="98084"/>
                  <a:pt x="1743458" y="110330"/>
                  <a:pt x="1743504" y="125959"/>
                </a:cubicBezTo>
                <a:cubicBezTo>
                  <a:pt x="1743412" y="140289"/>
                  <a:pt x="1746427" y="151821"/>
                  <a:pt x="1752550" y="160557"/>
                </a:cubicBezTo>
                <a:cubicBezTo>
                  <a:pt x="1758673" y="169292"/>
                  <a:pt x="1768456" y="173781"/>
                  <a:pt x="1781899" y="174023"/>
                </a:cubicBezTo>
                <a:cubicBezTo>
                  <a:pt x="1787826" y="173988"/>
                  <a:pt x="1793236" y="173090"/>
                  <a:pt x="1798127" y="171329"/>
                </a:cubicBezTo>
                <a:cubicBezTo>
                  <a:pt x="1803019" y="169568"/>
                  <a:pt x="1807461" y="167151"/>
                  <a:pt x="1811455" y="164078"/>
                </a:cubicBezTo>
                <a:lnTo>
                  <a:pt x="1811455" y="77344"/>
                </a:lnTo>
                <a:cubicBezTo>
                  <a:pt x="1808302" y="76791"/>
                  <a:pt x="1804941" y="76377"/>
                  <a:pt x="1801373" y="76101"/>
                </a:cubicBezTo>
                <a:cubicBezTo>
                  <a:pt x="1797805" y="75825"/>
                  <a:pt x="1793892" y="75686"/>
                  <a:pt x="1789633" y="75686"/>
                </a:cubicBezTo>
                <a:close/>
                <a:moveTo>
                  <a:pt x="1469508" y="75686"/>
                </a:moveTo>
                <a:cubicBezTo>
                  <a:pt x="1455466" y="75859"/>
                  <a:pt x="1445085" y="80210"/>
                  <a:pt x="1438363" y="88738"/>
                </a:cubicBezTo>
                <a:cubicBezTo>
                  <a:pt x="1431642" y="97267"/>
                  <a:pt x="1428304" y="108937"/>
                  <a:pt x="1428350" y="123750"/>
                </a:cubicBezTo>
                <a:cubicBezTo>
                  <a:pt x="1428460" y="140663"/>
                  <a:pt x="1432108" y="153104"/>
                  <a:pt x="1439296" y="161075"/>
                </a:cubicBezTo>
                <a:cubicBezTo>
                  <a:pt x="1446483" y="169045"/>
                  <a:pt x="1456554" y="172993"/>
                  <a:pt x="1469508" y="172918"/>
                </a:cubicBezTo>
                <a:cubicBezTo>
                  <a:pt x="1483031" y="172762"/>
                  <a:pt x="1493136" y="168446"/>
                  <a:pt x="1499823" y="159970"/>
                </a:cubicBezTo>
                <a:cubicBezTo>
                  <a:pt x="1506510" y="151493"/>
                  <a:pt x="1509848" y="139788"/>
                  <a:pt x="1509836" y="124855"/>
                </a:cubicBezTo>
                <a:cubicBezTo>
                  <a:pt x="1509710" y="108062"/>
                  <a:pt x="1506096" y="95655"/>
                  <a:pt x="1498995" y="87633"/>
                </a:cubicBezTo>
                <a:cubicBezTo>
                  <a:pt x="1491894" y="79611"/>
                  <a:pt x="1482064" y="75629"/>
                  <a:pt x="1469508" y="75686"/>
                </a:cubicBezTo>
                <a:close/>
                <a:moveTo>
                  <a:pt x="523075" y="75686"/>
                </a:moveTo>
                <a:cubicBezTo>
                  <a:pt x="519478" y="75698"/>
                  <a:pt x="515968" y="75882"/>
                  <a:pt x="512544" y="76239"/>
                </a:cubicBezTo>
                <a:cubicBezTo>
                  <a:pt x="509120" y="76596"/>
                  <a:pt x="505817" y="77056"/>
                  <a:pt x="502634" y="77620"/>
                </a:cubicBezTo>
                <a:lnTo>
                  <a:pt x="502634" y="169879"/>
                </a:lnTo>
                <a:cubicBezTo>
                  <a:pt x="510092" y="171859"/>
                  <a:pt x="517551" y="172872"/>
                  <a:pt x="525009" y="172918"/>
                </a:cubicBezTo>
                <a:cubicBezTo>
                  <a:pt x="540212" y="172877"/>
                  <a:pt x="551653" y="168746"/>
                  <a:pt x="559330" y="160522"/>
                </a:cubicBezTo>
                <a:cubicBezTo>
                  <a:pt x="567006" y="152299"/>
                  <a:pt x="570851" y="140225"/>
                  <a:pt x="570862" y="124302"/>
                </a:cubicBezTo>
                <a:cubicBezTo>
                  <a:pt x="571012" y="109346"/>
                  <a:pt x="567329" y="97549"/>
                  <a:pt x="559813" y="88911"/>
                </a:cubicBezTo>
                <a:cubicBezTo>
                  <a:pt x="552297" y="80273"/>
                  <a:pt x="540051" y="75865"/>
                  <a:pt x="523075" y="75686"/>
                </a:cubicBezTo>
                <a:close/>
                <a:moveTo>
                  <a:pt x="1101204" y="75134"/>
                </a:moveTo>
                <a:cubicBezTo>
                  <a:pt x="1090460" y="75163"/>
                  <a:pt x="1082185" y="78213"/>
                  <a:pt x="1076379" y="84284"/>
                </a:cubicBezTo>
                <a:cubicBezTo>
                  <a:pt x="1070572" y="90355"/>
                  <a:pt x="1067062" y="99275"/>
                  <a:pt x="1065848" y="111043"/>
                </a:cubicBezTo>
                <a:lnTo>
                  <a:pt x="1134351" y="111043"/>
                </a:lnTo>
                <a:cubicBezTo>
                  <a:pt x="1134282" y="99637"/>
                  <a:pt x="1131382" y="90821"/>
                  <a:pt x="1125650" y="84595"/>
                </a:cubicBezTo>
                <a:cubicBezTo>
                  <a:pt x="1119919" y="78368"/>
                  <a:pt x="1111770" y="75215"/>
                  <a:pt x="1101204" y="75134"/>
                </a:cubicBezTo>
                <a:close/>
                <a:moveTo>
                  <a:pt x="748779" y="75134"/>
                </a:moveTo>
                <a:cubicBezTo>
                  <a:pt x="738035" y="75163"/>
                  <a:pt x="729760" y="78213"/>
                  <a:pt x="723954" y="84284"/>
                </a:cubicBezTo>
                <a:cubicBezTo>
                  <a:pt x="718147" y="90355"/>
                  <a:pt x="714637" y="99275"/>
                  <a:pt x="713423" y="111043"/>
                </a:cubicBezTo>
                <a:lnTo>
                  <a:pt x="781926" y="111043"/>
                </a:lnTo>
                <a:cubicBezTo>
                  <a:pt x="781857" y="99637"/>
                  <a:pt x="778957" y="90821"/>
                  <a:pt x="773225" y="84595"/>
                </a:cubicBezTo>
                <a:cubicBezTo>
                  <a:pt x="767494" y="78368"/>
                  <a:pt x="759345" y="75215"/>
                  <a:pt x="748779" y="75134"/>
                </a:cubicBezTo>
                <a:close/>
                <a:moveTo>
                  <a:pt x="2301050" y="53036"/>
                </a:moveTo>
                <a:lnTo>
                  <a:pt x="2331434" y="53036"/>
                </a:lnTo>
                <a:lnTo>
                  <a:pt x="2331434" y="195568"/>
                </a:lnTo>
                <a:lnTo>
                  <a:pt x="2301050" y="195568"/>
                </a:lnTo>
                <a:close/>
                <a:moveTo>
                  <a:pt x="157925" y="53036"/>
                </a:moveTo>
                <a:lnTo>
                  <a:pt x="188309" y="53036"/>
                </a:lnTo>
                <a:lnTo>
                  <a:pt x="188309" y="195568"/>
                </a:lnTo>
                <a:lnTo>
                  <a:pt x="157925" y="195568"/>
                </a:lnTo>
                <a:close/>
                <a:moveTo>
                  <a:pt x="2419655" y="49721"/>
                </a:moveTo>
                <a:cubicBezTo>
                  <a:pt x="2424454" y="49716"/>
                  <a:pt x="2429219" y="49796"/>
                  <a:pt x="2433950" y="49963"/>
                </a:cubicBezTo>
                <a:cubicBezTo>
                  <a:pt x="2438680" y="50130"/>
                  <a:pt x="2442754" y="50418"/>
                  <a:pt x="2446172" y="50826"/>
                </a:cubicBezTo>
                <a:cubicBezTo>
                  <a:pt x="2446161" y="55534"/>
                  <a:pt x="2445908" y="60275"/>
                  <a:pt x="2445413" y="65052"/>
                </a:cubicBezTo>
                <a:cubicBezTo>
                  <a:pt x="2444918" y="69828"/>
                  <a:pt x="2444250" y="73741"/>
                  <a:pt x="2443410" y="76791"/>
                </a:cubicBezTo>
                <a:cubicBezTo>
                  <a:pt x="2439848" y="76383"/>
                  <a:pt x="2436200" y="76095"/>
                  <a:pt x="2432465" y="75928"/>
                </a:cubicBezTo>
                <a:cubicBezTo>
                  <a:pt x="2428730" y="75761"/>
                  <a:pt x="2424736" y="75681"/>
                  <a:pt x="2420484" y="75686"/>
                </a:cubicBezTo>
                <a:cubicBezTo>
                  <a:pt x="2413026" y="75686"/>
                  <a:pt x="2405567" y="76239"/>
                  <a:pt x="2398109" y="77344"/>
                </a:cubicBezTo>
                <a:lnTo>
                  <a:pt x="2398109" y="195568"/>
                </a:lnTo>
                <a:lnTo>
                  <a:pt x="2367725" y="195568"/>
                </a:lnTo>
                <a:lnTo>
                  <a:pt x="2367725" y="57456"/>
                </a:lnTo>
                <a:cubicBezTo>
                  <a:pt x="2374498" y="55200"/>
                  <a:pt x="2382635" y="53358"/>
                  <a:pt x="2392136" y="51931"/>
                </a:cubicBezTo>
                <a:cubicBezTo>
                  <a:pt x="2401637" y="50504"/>
                  <a:pt x="2410810" y="49767"/>
                  <a:pt x="2419655" y="49721"/>
                </a:cubicBezTo>
                <a:close/>
                <a:moveTo>
                  <a:pt x="2218258" y="49721"/>
                </a:moveTo>
                <a:cubicBezTo>
                  <a:pt x="2228133" y="49698"/>
                  <a:pt x="2237318" y="50297"/>
                  <a:pt x="2245812" y="51517"/>
                </a:cubicBezTo>
                <a:cubicBezTo>
                  <a:pt x="2254306" y="52737"/>
                  <a:pt x="2262523" y="54716"/>
                  <a:pt x="2270465" y="57456"/>
                </a:cubicBezTo>
                <a:lnTo>
                  <a:pt x="2270465" y="195568"/>
                </a:lnTo>
                <a:lnTo>
                  <a:pt x="2242566" y="195568"/>
                </a:lnTo>
                <a:lnTo>
                  <a:pt x="2240909" y="178995"/>
                </a:lnTo>
                <a:cubicBezTo>
                  <a:pt x="2237111" y="185141"/>
                  <a:pt x="2232069" y="189975"/>
                  <a:pt x="2225785" y="193496"/>
                </a:cubicBezTo>
                <a:cubicBezTo>
                  <a:pt x="2219501" y="197018"/>
                  <a:pt x="2211560" y="198814"/>
                  <a:pt x="2201961" y="198883"/>
                </a:cubicBezTo>
                <a:cubicBezTo>
                  <a:pt x="2183477" y="198745"/>
                  <a:pt x="2168791" y="192392"/>
                  <a:pt x="2157903" y="179823"/>
                </a:cubicBezTo>
                <a:cubicBezTo>
                  <a:pt x="2147015" y="167255"/>
                  <a:pt x="2141445" y="149300"/>
                  <a:pt x="2141191" y="125959"/>
                </a:cubicBezTo>
                <a:cubicBezTo>
                  <a:pt x="2141209" y="101514"/>
                  <a:pt x="2147665" y="82730"/>
                  <a:pt x="2160562" y="69610"/>
                </a:cubicBezTo>
                <a:cubicBezTo>
                  <a:pt x="2173458" y="56489"/>
                  <a:pt x="2192690" y="49859"/>
                  <a:pt x="2218258" y="49721"/>
                </a:cubicBezTo>
                <a:close/>
                <a:moveTo>
                  <a:pt x="1789633" y="49721"/>
                </a:moveTo>
                <a:cubicBezTo>
                  <a:pt x="1799508" y="49698"/>
                  <a:pt x="1808693" y="50297"/>
                  <a:pt x="1817187" y="51517"/>
                </a:cubicBezTo>
                <a:cubicBezTo>
                  <a:pt x="1825681" y="52737"/>
                  <a:pt x="1833899" y="54716"/>
                  <a:pt x="1841840" y="57456"/>
                </a:cubicBezTo>
                <a:lnTo>
                  <a:pt x="1841840" y="195568"/>
                </a:lnTo>
                <a:lnTo>
                  <a:pt x="1813941" y="195568"/>
                </a:lnTo>
                <a:lnTo>
                  <a:pt x="1812284" y="178995"/>
                </a:lnTo>
                <a:cubicBezTo>
                  <a:pt x="1808486" y="185141"/>
                  <a:pt x="1803445" y="189975"/>
                  <a:pt x="1797160" y="193496"/>
                </a:cubicBezTo>
                <a:cubicBezTo>
                  <a:pt x="1790876" y="197018"/>
                  <a:pt x="1782935" y="198814"/>
                  <a:pt x="1773336" y="198883"/>
                </a:cubicBezTo>
                <a:cubicBezTo>
                  <a:pt x="1754852" y="198745"/>
                  <a:pt x="1740166" y="192392"/>
                  <a:pt x="1729278" y="179823"/>
                </a:cubicBezTo>
                <a:cubicBezTo>
                  <a:pt x="1718390" y="167255"/>
                  <a:pt x="1712820" y="149300"/>
                  <a:pt x="1712567" y="125959"/>
                </a:cubicBezTo>
                <a:cubicBezTo>
                  <a:pt x="1712584" y="101514"/>
                  <a:pt x="1719041" y="82730"/>
                  <a:pt x="1731937" y="69610"/>
                </a:cubicBezTo>
                <a:cubicBezTo>
                  <a:pt x="1744833" y="56489"/>
                  <a:pt x="1764065" y="49859"/>
                  <a:pt x="1789633" y="49721"/>
                </a:cubicBezTo>
                <a:close/>
                <a:moveTo>
                  <a:pt x="1622870" y="49721"/>
                </a:moveTo>
                <a:cubicBezTo>
                  <a:pt x="1647903" y="49842"/>
                  <a:pt x="1665443" y="54503"/>
                  <a:pt x="1675491" y="63705"/>
                </a:cubicBezTo>
                <a:cubicBezTo>
                  <a:pt x="1685538" y="72907"/>
                  <a:pt x="1690372" y="85924"/>
                  <a:pt x="1689992" y="102757"/>
                </a:cubicBezTo>
                <a:lnTo>
                  <a:pt x="1689992" y="195568"/>
                </a:lnTo>
                <a:lnTo>
                  <a:pt x="1659608" y="195568"/>
                </a:lnTo>
                <a:lnTo>
                  <a:pt x="1659608" y="108005"/>
                </a:lnTo>
                <a:cubicBezTo>
                  <a:pt x="1659941" y="97111"/>
                  <a:pt x="1657478" y="88997"/>
                  <a:pt x="1652219" y="83662"/>
                </a:cubicBezTo>
                <a:cubicBezTo>
                  <a:pt x="1646959" y="78328"/>
                  <a:pt x="1636900" y="75669"/>
                  <a:pt x="1622041" y="75686"/>
                </a:cubicBezTo>
                <a:cubicBezTo>
                  <a:pt x="1618416" y="75692"/>
                  <a:pt x="1614548" y="75888"/>
                  <a:pt x="1610440" y="76273"/>
                </a:cubicBezTo>
                <a:cubicBezTo>
                  <a:pt x="1606331" y="76659"/>
                  <a:pt x="1602187" y="77200"/>
                  <a:pt x="1598009" y="77896"/>
                </a:cubicBezTo>
                <a:lnTo>
                  <a:pt x="1598009" y="195568"/>
                </a:lnTo>
                <a:lnTo>
                  <a:pt x="1567625" y="195568"/>
                </a:lnTo>
                <a:lnTo>
                  <a:pt x="1567625" y="57456"/>
                </a:lnTo>
                <a:cubicBezTo>
                  <a:pt x="1577471" y="55079"/>
                  <a:pt x="1587265" y="53203"/>
                  <a:pt x="1597008" y="51828"/>
                </a:cubicBezTo>
                <a:cubicBezTo>
                  <a:pt x="1606751" y="50452"/>
                  <a:pt x="1615371" y="49750"/>
                  <a:pt x="1622870" y="49721"/>
                </a:cubicBezTo>
                <a:close/>
                <a:moveTo>
                  <a:pt x="1470336" y="49721"/>
                </a:moveTo>
                <a:cubicBezTo>
                  <a:pt x="1485815" y="49861"/>
                  <a:pt x="1498777" y="53111"/>
                  <a:pt x="1509223" y="59471"/>
                </a:cubicBezTo>
                <a:cubicBezTo>
                  <a:pt x="1519668" y="65831"/>
                  <a:pt x="1527535" y="74462"/>
                  <a:pt x="1532825" y="85365"/>
                </a:cubicBezTo>
                <a:cubicBezTo>
                  <a:pt x="1538114" y="96267"/>
                  <a:pt x="1540764" y="108602"/>
                  <a:pt x="1540774" y="122369"/>
                </a:cubicBezTo>
                <a:cubicBezTo>
                  <a:pt x="1540555" y="146705"/>
                  <a:pt x="1534018" y="165500"/>
                  <a:pt x="1521162" y="178753"/>
                </a:cubicBezTo>
                <a:cubicBezTo>
                  <a:pt x="1508306" y="192006"/>
                  <a:pt x="1490443" y="198716"/>
                  <a:pt x="1467574" y="198883"/>
                </a:cubicBezTo>
                <a:cubicBezTo>
                  <a:pt x="1452360" y="198743"/>
                  <a:pt x="1439544" y="195493"/>
                  <a:pt x="1429128" y="189133"/>
                </a:cubicBezTo>
                <a:cubicBezTo>
                  <a:pt x="1418711" y="182773"/>
                  <a:pt x="1410827" y="174142"/>
                  <a:pt x="1405475" y="163240"/>
                </a:cubicBezTo>
                <a:cubicBezTo>
                  <a:pt x="1400122" y="152337"/>
                  <a:pt x="1397435" y="140003"/>
                  <a:pt x="1397413" y="126236"/>
                </a:cubicBezTo>
                <a:cubicBezTo>
                  <a:pt x="1397655" y="101899"/>
                  <a:pt x="1404215" y="83104"/>
                  <a:pt x="1417094" y="69851"/>
                </a:cubicBezTo>
                <a:cubicBezTo>
                  <a:pt x="1429973" y="56598"/>
                  <a:pt x="1447720" y="49888"/>
                  <a:pt x="1470336" y="49721"/>
                </a:cubicBezTo>
                <a:close/>
                <a:moveTo>
                  <a:pt x="1329662" y="49721"/>
                </a:moveTo>
                <a:cubicBezTo>
                  <a:pt x="1338351" y="49704"/>
                  <a:pt x="1346454" y="50222"/>
                  <a:pt x="1353969" y="51275"/>
                </a:cubicBezTo>
                <a:cubicBezTo>
                  <a:pt x="1361485" y="52328"/>
                  <a:pt x="1368483" y="54020"/>
                  <a:pt x="1374963" y="56351"/>
                </a:cubicBezTo>
                <a:cubicBezTo>
                  <a:pt x="1374709" y="60316"/>
                  <a:pt x="1374249" y="64263"/>
                  <a:pt x="1373581" y="68194"/>
                </a:cubicBezTo>
                <a:cubicBezTo>
                  <a:pt x="1372914" y="72124"/>
                  <a:pt x="1371901" y="76279"/>
                  <a:pt x="1370543" y="80659"/>
                </a:cubicBezTo>
                <a:cubicBezTo>
                  <a:pt x="1364092" y="78604"/>
                  <a:pt x="1357589" y="77119"/>
                  <a:pt x="1351035" y="76204"/>
                </a:cubicBezTo>
                <a:cubicBezTo>
                  <a:pt x="1344480" y="75289"/>
                  <a:pt x="1337632" y="74841"/>
                  <a:pt x="1330490" y="74858"/>
                </a:cubicBezTo>
                <a:cubicBezTo>
                  <a:pt x="1321018" y="74933"/>
                  <a:pt x="1314550" y="76302"/>
                  <a:pt x="1311086" y="78967"/>
                </a:cubicBezTo>
                <a:cubicBezTo>
                  <a:pt x="1307621" y="81631"/>
                  <a:pt x="1305987" y="85141"/>
                  <a:pt x="1306182" y="89498"/>
                </a:cubicBezTo>
                <a:cubicBezTo>
                  <a:pt x="1306165" y="94504"/>
                  <a:pt x="1307926" y="98510"/>
                  <a:pt x="1311465" y="101514"/>
                </a:cubicBezTo>
                <a:cubicBezTo>
                  <a:pt x="1315004" y="104517"/>
                  <a:pt x="1320425" y="107142"/>
                  <a:pt x="1327728" y="109386"/>
                </a:cubicBezTo>
                <a:lnTo>
                  <a:pt x="1342368" y="114082"/>
                </a:lnTo>
                <a:cubicBezTo>
                  <a:pt x="1355414" y="118104"/>
                  <a:pt x="1364955" y="123456"/>
                  <a:pt x="1370992" y="130137"/>
                </a:cubicBezTo>
                <a:cubicBezTo>
                  <a:pt x="1377029" y="136819"/>
                  <a:pt x="1380009" y="145554"/>
                  <a:pt x="1379935" y="156344"/>
                </a:cubicBezTo>
                <a:cubicBezTo>
                  <a:pt x="1379865" y="169114"/>
                  <a:pt x="1375032" y="179346"/>
                  <a:pt x="1365433" y="187040"/>
                </a:cubicBezTo>
                <a:cubicBezTo>
                  <a:pt x="1355834" y="194734"/>
                  <a:pt x="1341885" y="198681"/>
                  <a:pt x="1323585" y="198883"/>
                </a:cubicBezTo>
                <a:cubicBezTo>
                  <a:pt x="1313428" y="198906"/>
                  <a:pt x="1304393" y="198169"/>
                  <a:pt x="1296480" y="196673"/>
                </a:cubicBezTo>
                <a:cubicBezTo>
                  <a:pt x="1288567" y="195177"/>
                  <a:pt x="1281397" y="192783"/>
                  <a:pt x="1274969" y="189491"/>
                </a:cubicBezTo>
                <a:cubicBezTo>
                  <a:pt x="1275245" y="183863"/>
                  <a:pt x="1275729" y="178960"/>
                  <a:pt x="1276419" y="174782"/>
                </a:cubicBezTo>
                <a:cubicBezTo>
                  <a:pt x="1277110" y="170604"/>
                  <a:pt x="1278008" y="166944"/>
                  <a:pt x="1279112" y="163802"/>
                </a:cubicBezTo>
                <a:cubicBezTo>
                  <a:pt x="1285661" y="166985"/>
                  <a:pt x="1292866" y="169390"/>
                  <a:pt x="1300727" y="171019"/>
                </a:cubicBezTo>
                <a:cubicBezTo>
                  <a:pt x="1308588" y="172647"/>
                  <a:pt x="1315931" y="173464"/>
                  <a:pt x="1322756" y="173470"/>
                </a:cubicBezTo>
                <a:cubicBezTo>
                  <a:pt x="1331497" y="173516"/>
                  <a:pt x="1338184" y="172250"/>
                  <a:pt x="1342817" y="169672"/>
                </a:cubicBezTo>
                <a:cubicBezTo>
                  <a:pt x="1347449" y="167094"/>
                  <a:pt x="1349786" y="162928"/>
                  <a:pt x="1349826" y="157173"/>
                </a:cubicBezTo>
                <a:cubicBezTo>
                  <a:pt x="1349757" y="152189"/>
                  <a:pt x="1347823" y="148345"/>
                  <a:pt x="1344025" y="145640"/>
                </a:cubicBezTo>
                <a:cubicBezTo>
                  <a:pt x="1340227" y="142936"/>
                  <a:pt x="1334979" y="140611"/>
                  <a:pt x="1328281" y="138666"/>
                </a:cubicBezTo>
                <a:lnTo>
                  <a:pt x="1314193" y="134246"/>
                </a:lnTo>
                <a:cubicBezTo>
                  <a:pt x="1300434" y="129821"/>
                  <a:pt x="1290731" y="123963"/>
                  <a:pt x="1285086" y="116671"/>
                </a:cubicBezTo>
                <a:cubicBezTo>
                  <a:pt x="1279440" y="109380"/>
                  <a:pt x="1276713" y="100691"/>
                  <a:pt x="1276903" y="90603"/>
                </a:cubicBezTo>
                <a:cubicBezTo>
                  <a:pt x="1276926" y="77781"/>
                  <a:pt x="1281368" y="67791"/>
                  <a:pt x="1290231" y="60632"/>
                </a:cubicBezTo>
                <a:cubicBezTo>
                  <a:pt x="1299093" y="53473"/>
                  <a:pt x="1312236" y="49836"/>
                  <a:pt x="1329662" y="49721"/>
                </a:cubicBezTo>
                <a:close/>
                <a:moveTo>
                  <a:pt x="1238555" y="49721"/>
                </a:moveTo>
                <a:cubicBezTo>
                  <a:pt x="1243354" y="49716"/>
                  <a:pt x="1248119" y="49796"/>
                  <a:pt x="1252850" y="49963"/>
                </a:cubicBezTo>
                <a:cubicBezTo>
                  <a:pt x="1257580" y="50130"/>
                  <a:pt x="1261654" y="50418"/>
                  <a:pt x="1265073" y="50826"/>
                </a:cubicBezTo>
                <a:cubicBezTo>
                  <a:pt x="1265061" y="55534"/>
                  <a:pt x="1264808" y="60275"/>
                  <a:pt x="1264313" y="65052"/>
                </a:cubicBezTo>
                <a:cubicBezTo>
                  <a:pt x="1263818" y="69828"/>
                  <a:pt x="1263151" y="73741"/>
                  <a:pt x="1262310" y="76791"/>
                </a:cubicBezTo>
                <a:cubicBezTo>
                  <a:pt x="1258748" y="76383"/>
                  <a:pt x="1255100" y="76095"/>
                  <a:pt x="1251365" y="75928"/>
                </a:cubicBezTo>
                <a:cubicBezTo>
                  <a:pt x="1247630" y="75761"/>
                  <a:pt x="1243636" y="75681"/>
                  <a:pt x="1239384" y="75686"/>
                </a:cubicBezTo>
                <a:cubicBezTo>
                  <a:pt x="1231926" y="75686"/>
                  <a:pt x="1224468" y="76239"/>
                  <a:pt x="1217010" y="77344"/>
                </a:cubicBezTo>
                <a:lnTo>
                  <a:pt x="1217010" y="195568"/>
                </a:lnTo>
                <a:lnTo>
                  <a:pt x="1186625" y="195568"/>
                </a:lnTo>
                <a:lnTo>
                  <a:pt x="1186625" y="57456"/>
                </a:lnTo>
                <a:cubicBezTo>
                  <a:pt x="1193398" y="55200"/>
                  <a:pt x="1201535" y="53358"/>
                  <a:pt x="1211036" y="51931"/>
                </a:cubicBezTo>
                <a:cubicBezTo>
                  <a:pt x="1220537" y="50504"/>
                  <a:pt x="1229710" y="49767"/>
                  <a:pt x="1238555" y="49721"/>
                </a:cubicBezTo>
                <a:close/>
                <a:moveTo>
                  <a:pt x="1102862" y="49721"/>
                </a:moveTo>
                <a:cubicBezTo>
                  <a:pt x="1124425" y="50182"/>
                  <a:pt x="1140204" y="56374"/>
                  <a:pt x="1150200" y="68297"/>
                </a:cubicBezTo>
                <a:cubicBezTo>
                  <a:pt x="1160196" y="80221"/>
                  <a:pt x="1165133" y="95114"/>
                  <a:pt x="1165012" y="112977"/>
                </a:cubicBezTo>
                <a:cubicBezTo>
                  <a:pt x="1165012" y="117201"/>
                  <a:pt x="1164874" y="121183"/>
                  <a:pt x="1164598" y="124924"/>
                </a:cubicBezTo>
                <a:cubicBezTo>
                  <a:pt x="1164322" y="128664"/>
                  <a:pt x="1163908" y="132508"/>
                  <a:pt x="1163355" y="136456"/>
                </a:cubicBezTo>
                <a:lnTo>
                  <a:pt x="1066400" y="136456"/>
                </a:lnTo>
                <a:cubicBezTo>
                  <a:pt x="1068288" y="148731"/>
                  <a:pt x="1072937" y="157881"/>
                  <a:pt x="1080349" y="163906"/>
                </a:cubicBezTo>
                <a:cubicBezTo>
                  <a:pt x="1087762" y="169931"/>
                  <a:pt x="1098212" y="172935"/>
                  <a:pt x="1111701" y="172918"/>
                </a:cubicBezTo>
                <a:cubicBezTo>
                  <a:pt x="1120028" y="172912"/>
                  <a:pt x="1128303" y="172026"/>
                  <a:pt x="1136527" y="170259"/>
                </a:cubicBezTo>
                <a:cubicBezTo>
                  <a:pt x="1144750" y="168492"/>
                  <a:pt x="1152680" y="165880"/>
                  <a:pt x="1160317" y="162421"/>
                </a:cubicBezTo>
                <a:cubicBezTo>
                  <a:pt x="1159758" y="166507"/>
                  <a:pt x="1159079" y="170973"/>
                  <a:pt x="1158279" y="175818"/>
                </a:cubicBezTo>
                <a:cubicBezTo>
                  <a:pt x="1157479" y="180663"/>
                  <a:pt x="1156593" y="185405"/>
                  <a:pt x="1155621" y="190044"/>
                </a:cubicBezTo>
                <a:cubicBezTo>
                  <a:pt x="1148732" y="193191"/>
                  <a:pt x="1141585" y="195459"/>
                  <a:pt x="1134179" y="196846"/>
                </a:cubicBezTo>
                <a:cubicBezTo>
                  <a:pt x="1126772" y="198233"/>
                  <a:pt x="1119004" y="198912"/>
                  <a:pt x="1110872" y="198883"/>
                </a:cubicBezTo>
                <a:cubicBezTo>
                  <a:pt x="1085494" y="198693"/>
                  <a:pt x="1066573" y="192029"/>
                  <a:pt x="1054108" y="178891"/>
                </a:cubicBezTo>
                <a:cubicBezTo>
                  <a:pt x="1041643" y="165753"/>
                  <a:pt x="1035428" y="147281"/>
                  <a:pt x="1035463" y="123473"/>
                </a:cubicBezTo>
                <a:cubicBezTo>
                  <a:pt x="1035400" y="109606"/>
                  <a:pt x="1037644" y="97135"/>
                  <a:pt x="1042194" y="86060"/>
                </a:cubicBezTo>
                <a:cubicBezTo>
                  <a:pt x="1046745" y="74986"/>
                  <a:pt x="1053982" y="66198"/>
                  <a:pt x="1063904" y="59696"/>
                </a:cubicBezTo>
                <a:cubicBezTo>
                  <a:pt x="1073826" y="53195"/>
                  <a:pt x="1086812" y="49870"/>
                  <a:pt x="1102862" y="49721"/>
                </a:cubicBezTo>
                <a:close/>
                <a:moveTo>
                  <a:pt x="750437" y="49721"/>
                </a:moveTo>
                <a:cubicBezTo>
                  <a:pt x="772000" y="50182"/>
                  <a:pt x="787779" y="56374"/>
                  <a:pt x="797775" y="68297"/>
                </a:cubicBezTo>
                <a:cubicBezTo>
                  <a:pt x="807771" y="80221"/>
                  <a:pt x="812708" y="95114"/>
                  <a:pt x="812587" y="112977"/>
                </a:cubicBezTo>
                <a:cubicBezTo>
                  <a:pt x="812587" y="117201"/>
                  <a:pt x="812449" y="121183"/>
                  <a:pt x="812173" y="124924"/>
                </a:cubicBezTo>
                <a:cubicBezTo>
                  <a:pt x="811897" y="128664"/>
                  <a:pt x="811482" y="132508"/>
                  <a:pt x="810930" y="136456"/>
                </a:cubicBezTo>
                <a:lnTo>
                  <a:pt x="713975" y="136456"/>
                </a:lnTo>
                <a:cubicBezTo>
                  <a:pt x="715863" y="148731"/>
                  <a:pt x="720512" y="157881"/>
                  <a:pt x="727924" y="163906"/>
                </a:cubicBezTo>
                <a:cubicBezTo>
                  <a:pt x="735337" y="169931"/>
                  <a:pt x="745787" y="172935"/>
                  <a:pt x="759276" y="172918"/>
                </a:cubicBezTo>
                <a:cubicBezTo>
                  <a:pt x="767603" y="172912"/>
                  <a:pt x="775878" y="172026"/>
                  <a:pt x="784102" y="170259"/>
                </a:cubicBezTo>
                <a:cubicBezTo>
                  <a:pt x="792325" y="168492"/>
                  <a:pt x="800255" y="165880"/>
                  <a:pt x="807892" y="162421"/>
                </a:cubicBezTo>
                <a:cubicBezTo>
                  <a:pt x="807333" y="166507"/>
                  <a:pt x="806654" y="170973"/>
                  <a:pt x="805854" y="175818"/>
                </a:cubicBezTo>
                <a:cubicBezTo>
                  <a:pt x="805055" y="180663"/>
                  <a:pt x="804168" y="185405"/>
                  <a:pt x="803196" y="190044"/>
                </a:cubicBezTo>
                <a:cubicBezTo>
                  <a:pt x="796307" y="193191"/>
                  <a:pt x="789160" y="195459"/>
                  <a:pt x="781754" y="196846"/>
                </a:cubicBezTo>
                <a:cubicBezTo>
                  <a:pt x="774347" y="198233"/>
                  <a:pt x="766579" y="198912"/>
                  <a:pt x="758447" y="198883"/>
                </a:cubicBezTo>
                <a:cubicBezTo>
                  <a:pt x="733069" y="198693"/>
                  <a:pt x="714148" y="192029"/>
                  <a:pt x="701683" y="178891"/>
                </a:cubicBezTo>
                <a:cubicBezTo>
                  <a:pt x="689218" y="165753"/>
                  <a:pt x="683003" y="147281"/>
                  <a:pt x="683038" y="123473"/>
                </a:cubicBezTo>
                <a:cubicBezTo>
                  <a:pt x="682975" y="109606"/>
                  <a:pt x="685219" y="97135"/>
                  <a:pt x="689769" y="86060"/>
                </a:cubicBezTo>
                <a:cubicBezTo>
                  <a:pt x="694320" y="74986"/>
                  <a:pt x="701557" y="66198"/>
                  <a:pt x="711479" y="59696"/>
                </a:cubicBezTo>
                <a:cubicBezTo>
                  <a:pt x="721401" y="53195"/>
                  <a:pt x="734387" y="49870"/>
                  <a:pt x="750437" y="49721"/>
                </a:cubicBezTo>
                <a:close/>
                <a:moveTo>
                  <a:pt x="525285" y="49721"/>
                </a:moveTo>
                <a:cubicBezTo>
                  <a:pt x="551302" y="49859"/>
                  <a:pt x="570534" y="56213"/>
                  <a:pt x="582981" y="68781"/>
                </a:cubicBezTo>
                <a:cubicBezTo>
                  <a:pt x="595429" y="81349"/>
                  <a:pt x="601609" y="99304"/>
                  <a:pt x="601523" y="122645"/>
                </a:cubicBezTo>
                <a:cubicBezTo>
                  <a:pt x="601437" y="147091"/>
                  <a:pt x="595049" y="165874"/>
                  <a:pt x="582360" y="178995"/>
                </a:cubicBezTo>
                <a:cubicBezTo>
                  <a:pt x="569671" y="192115"/>
                  <a:pt x="551198" y="198745"/>
                  <a:pt x="526942" y="198883"/>
                </a:cubicBezTo>
                <a:cubicBezTo>
                  <a:pt x="517597" y="198837"/>
                  <a:pt x="509494" y="197824"/>
                  <a:pt x="502634" y="195844"/>
                </a:cubicBezTo>
                <a:lnTo>
                  <a:pt x="502634" y="248603"/>
                </a:lnTo>
                <a:lnTo>
                  <a:pt x="472250" y="248603"/>
                </a:lnTo>
                <a:lnTo>
                  <a:pt x="472250" y="57456"/>
                </a:lnTo>
                <a:cubicBezTo>
                  <a:pt x="479587" y="55200"/>
                  <a:pt x="487908" y="53358"/>
                  <a:pt x="497213" y="51931"/>
                </a:cubicBezTo>
                <a:cubicBezTo>
                  <a:pt x="506519" y="50504"/>
                  <a:pt x="515876" y="49767"/>
                  <a:pt x="525285" y="49721"/>
                </a:cubicBezTo>
                <a:close/>
                <a:moveTo>
                  <a:pt x="283988" y="49721"/>
                </a:moveTo>
                <a:cubicBezTo>
                  <a:pt x="293788" y="49704"/>
                  <a:pt x="302432" y="50567"/>
                  <a:pt x="309919" y="52311"/>
                </a:cubicBezTo>
                <a:cubicBezTo>
                  <a:pt x="317405" y="54055"/>
                  <a:pt x="323770" y="56782"/>
                  <a:pt x="329013" y="60494"/>
                </a:cubicBezTo>
                <a:cubicBezTo>
                  <a:pt x="336925" y="57024"/>
                  <a:pt x="344924" y="54365"/>
                  <a:pt x="353010" y="52518"/>
                </a:cubicBezTo>
                <a:cubicBezTo>
                  <a:pt x="361095" y="50671"/>
                  <a:pt x="369025" y="49739"/>
                  <a:pt x="376800" y="49721"/>
                </a:cubicBezTo>
                <a:cubicBezTo>
                  <a:pt x="399813" y="49842"/>
                  <a:pt x="416006" y="54503"/>
                  <a:pt x="425381" y="63705"/>
                </a:cubicBezTo>
                <a:cubicBezTo>
                  <a:pt x="434755" y="72907"/>
                  <a:pt x="439278" y="85924"/>
                  <a:pt x="438950" y="102757"/>
                </a:cubicBezTo>
                <a:lnTo>
                  <a:pt x="438950" y="195568"/>
                </a:lnTo>
                <a:lnTo>
                  <a:pt x="408565" y="195568"/>
                </a:lnTo>
                <a:lnTo>
                  <a:pt x="408565" y="107176"/>
                </a:lnTo>
                <a:cubicBezTo>
                  <a:pt x="408715" y="96800"/>
                  <a:pt x="406137" y="88963"/>
                  <a:pt x="400831" y="83662"/>
                </a:cubicBezTo>
                <a:cubicBezTo>
                  <a:pt x="395525" y="78362"/>
                  <a:pt x="386594" y="75704"/>
                  <a:pt x="374037" y="75686"/>
                </a:cubicBezTo>
                <a:cubicBezTo>
                  <a:pt x="369031" y="75698"/>
                  <a:pt x="363990" y="76227"/>
                  <a:pt x="358914" y="77275"/>
                </a:cubicBezTo>
                <a:cubicBezTo>
                  <a:pt x="353838" y="78322"/>
                  <a:pt x="348935" y="79818"/>
                  <a:pt x="344205" y="81763"/>
                </a:cubicBezTo>
                <a:cubicBezTo>
                  <a:pt x="346093" y="87794"/>
                  <a:pt x="347013" y="94792"/>
                  <a:pt x="346967" y="102757"/>
                </a:cubicBezTo>
                <a:lnTo>
                  <a:pt x="346967" y="195568"/>
                </a:lnTo>
                <a:lnTo>
                  <a:pt x="316582" y="195568"/>
                </a:lnTo>
                <a:lnTo>
                  <a:pt x="316582" y="106900"/>
                </a:lnTo>
                <a:cubicBezTo>
                  <a:pt x="316738" y="96657"/>
                  <a:pt x="314079" y="88899"/>
                  <a:pt x="308607" y="83628"/>
                </a:cubicBezTo>
                <a:cubicBezTo>
                  <a:pt x="303134" y="78357"/>
                  <a:pt x="293915" y="75710"/>
                  <a:pt x="280949" y="75686"/>
                </a:cubicBezTo>
                <a:cubicBezTo>
                  <a:pt x="276639" y="75686"/>
                  <a:pt x="272277" y="75894"/>
                  <a:pt x="267863" y="76308"/>
                </a:cubicBezTo>
                <a:cubicBezTo>
                  <a:pt x="263450" y="76722"/>
                  <a:pt x="259157" y="77344"/>
                  <a:pt x="254984" y="78173"/>
                </a:cubicBezTo>
                <a:lnTo>
                  <a:pt x="254984" y="195568"/>
                </a:lnTo>
                <a:lnTo>
                  <a:pt x="224600" y="195568"/>
                </a:lnTo>
                <a:lnTo>
                  <a:pt x="224600" y="57456"/>
                </a:lnTo>
                <a:cubicBezTo>
                  <a:pt x="234360" y="55079"/>
                  <a:pt x="244327" y="53203"/>
                  <a:pt x="254501" y="51828"/>
                </a:cubicBezTo>
                <a:cubicBezTo>
                  <a:pt x="264675" y="50452"/>
                  <a:pt x="274504" y="49750"/>
                  <a:pt x="283988" y="49721"/>
                </a:cubicBezTo>
                <a:close/>
                <a:moveTo>
                  <a:pt x="944528" y="28452"/>
                </a:moveTo>
                <a:cubicBezTo>
                  <a:pt x="941173" y="28435"/>
                  <a:pt x="937593" y="28538"/>
                  <a:pt x="933789" y="28763"/>
                </a:cubicBezTo>
                <a:cubicBezTo>
                  <a:pt x="929986" y="28987"/>
                  <a:pt x="926199" y="29436"/>
                  <a:pt x="922430" y="30109"/>
                </a:cubicBezTo>
                <a:lnTo>
                  <a:pt x="922430" y="101375"/>
                </a:lnTo>
                <a:lnTo>
                  <a:pt x="945633" y="101375"/>
                </a:lnTo>
                <a:cubicBezTo>
                  <a:pt x="960790" y="101312"/>
                  <a:pt x="972047" y="98193"/>
                  <a:pt x="979401" y="92018"/>
                </a:cubicBezTo>
                <a:cubicBezTo>
                  <a:pt x="986756" y="85844"/>
                  <a:pt x="990416" y="76993"/>
                  <a:pt x="990381" y="65466"/>
                </a:cubicBezTo>
                <a:cubicBezTo>
                  <a:pt x="990439" y="52927"/>
                  <a:pt x="986733" y="43616"/>
                  <a:pt x="979263" y="37533"/>
                </a:cubicBezTo>
                <a:cubicBezTo>
                  <a:pt x="971793" y="31450"/>
                  <a:pt x="960215" y="28423"/>
                  <a:pt x="944528" y="28452"/>
                </a:cubicBezTo>
                <a:close/>
                <a:moveTo>
                  <a:pt x="2005917" y="4420"/>
                </a:moveTo>
                <a:lnTo>
                  <a:pt x="2120275" y="4420"/>
                </a:lnTo>
                <a:cubicBezTo>
                  <a:pt x="2119998" y="8558"/>
                  <a:pt x="2119584" y="13127"/>
                  <a:pt x="2119032" y="18128"/>
                </a:cubicBezTo>
                <a:cubicBezTo>
                  <a:pt x="2118479" y="23129"/>
                  <a:pt x="2117789" y="27767"/>
                  <a:pt x="2116960" y="32043"/>
                </a:cubicBezTo>
                <a:lnTo>
                  <a:pt x="2036855" y="32043"/>
                </a:lnTo>
                <a:lnTo>
                  <a:pt x="2036855" y="85631"/>
                </a:lnTo>
                <a:lnTo>
                  <a:pt x="2115026" y="85631"/>
                </a:lnTo>
                <a:cubicBezTo>
                  <a:pt x="2114750" y="89636"/>
                  <a:pt x="2114336" y="94124"/>
                  <a:pt x="2113783" y="99097"/>
                </a:cubicBezTo>
                <a:cubicBezTo>
                  <a:pt x="2113231" y="104069"/>
                  <a:pt x="2112540" y="108695"/>
                  <a:pt x="2111712" y="112977"/>
                </a:cubicBezTo>
                <a:lnTo>
                  <a:pt x="2036855" y="112977"/>
                </a:lnTo>
                <a:lnTo>
                  <a:pt x="2036855" y="195568"/>
                </a:lnTo>
                <a:lnTo>
                  <a:pt x="2005917" y="195568"/>
                </a:lnTo>
                <a:close/>
                <a:moveTo>
                  <a:pt x="1902809" y="2211"/>
                </a:moveTo>
                <a:lnTo>
                  <a:pt x="1902809" y="195568"/>
                </a:lnTo>
                <a:lnTo>
                  <a:pt x="1872425" y="195568"/>
                </a:lnTo>
                <a:lnTo>
                  <a:pt x="1872425" y="6630"/>
                </a:lnTo>
                <a:cubicBezTo>
                  <a:pt x="1876488" y="5479"/>
                  <a:pt x="1881345" y="4466"/>
                  <a:pt x="1886996" y="3592"/>
                </a:cubicBezTo>
                <a:cubicBezTo>
                  <a:pt x="1892647" y="2717"/>
                  <a:pt x="1897918" y="2257"/>
                  <a:pt x="1902809" y="2211"/>
                </a:cubicBezTo>
                <a:close/>
                <a:moveTo>
                  <a:pt x="655034" y="2211"/>
                </a:moveTo>
                <a:lnTo>
                  <a:pt x="655034" y="195568"/>
                </a:lnTo>
                <a:lnTo>
                  <a:pt x="624650" y="195568"/>
                </a:lnTo>
                <a:lnTo>
                  <a:pt x="624650" y="6630"/>
                </a:lnTo>
                <a:cubicBezTo>
                  <a:pt x="628712" y="5479"/>
                  <a:pt x="633569" y="4466"/>
                  <a:pt x="639221" y="3592"/>
                </a:cubicBezTo>
                <a:cubicBezTo>
                  <a:pt x="644872" y="2717"/>
                  <a:pt x="650143" y="2257"/>
                  <a:pt x="655034" y="2211"/>
                </a:cubicBezTo>
                <a:close/>
                <a:moveTo>
                  <a:pt x="943423" y="1382"/>
                </a:moveTo>
                <a:cubicBezTo>
                  <a:pt x="963261" y="1532"/>
                  <a:pt x="978921" y="4393"/>
                  <a:pt x="990401" y="9965"/>
                </a:cubicBezTo>
                <a:cubicBezTo>
                  <a:pt x="1001882" y="15538"/>
                  <a:pt x="1010032" y="22921"/>
                  <a:pt x="1014852" y="32115"/>
                </a:cubicBezTo>
                <a:cubicBezTo>
                  <a:pt x="1019673" y="41308"/>
                  <a:pt x="1022012" y="51413"/>
                  <a:pt x="1021871" y="62428"/>
                </a:cubicBezTo>
                <a:cubicBezTo>
                  <a:pt x="1021715" y="83283"/>
                  <a:pt x="1015051" y="99373"/>
                  <a:pt x="1001879" y="110698"/>
                </a:cubicBezTo>
                <a:cubicBezTo>
                  <a:pt x="988706" y="122023"/>
                  <a:pt x="969958" y="127755"/>
                  <a:pt x="945633" y="127893"/>
                </a:cubicBezTo>
                <a:lnTo>
                  <a:pt x="922430" y="127893"/>
                </a:lnTo>
                <a:lnTo>
                  <a:pt x="922430" y="195292"/>
                </a:lnTo>
                <a:lnTo>
                  <a:pt x="891492" y="195292"/>
                </a:lnTo>
                <a:lnTo>
                  <a:pt x="891492" y="6906"/>
                </a:lnTo>
                <a:cubicBezTo>
                  <a:pt x="898473" y="5347"/>
                  <a:pt x="906610" y="4046"/>
                  <a:pt x="915904" y="3005"/>
                </a:cubicBezTo>
                <a:cubicBezTo>
                  <a:pt x="925198" y="1963"/>
                  <a:pt x="934371" y="1422"/>
                  <a:pt x="943423" y="1382"/>
                </a:cubicBezTo>
                <a:close/>
                <a:moveTo>
                  <a:pt x="2316242" y="1106"/>
                </a:moveTo>
                <a:cubicBezTo>
                  <a:pt x="2321738" y="1215"/>
                  <a:pt x="2326215" y="2999"/>
                  <a:pt x="2329673" y="6458"/>
                </a:cubicBezTo>
                <a:cubicBezTo>
                  <a:pt x="2333132" y="9916"/>
                  <a:pt x="2334916" y="14393"/>
                  <a:pt x="2335025" y="19889"/>
                </a:cubicBezTo>
                <a:cubicBezTo>
                  <a:pt x="2334916" y="25385"/>
                  <a:pt x="2333132" y="29862"/>
                  <a:pt x="2329673" y="33320"/>
                </a:cubicBezTo>
                <a:cubicBezTo>
                  <a:pt x="2326215" y="36779"/>
                  <a:pt x="2321738" y="38563"/>
                  <a:pt x="2316242" y="38672"/>
                </a:cubicBezTo>
                <a:cubicBezTo>
                  <a:pt x="2310614" y="38563"/>
                  <a:pt x="2306056" y="36779"/>
                  <a:pt x="2302569" y="33320"/>
                </a:cubicBezTo>
                <a:cubicBezTo>
                  <a:pt x="2299082" y="29862"/>
                  <a:pt x="2297286" y="25385"/>
                  <a:pt x="2297183" y="19889"/>
                </a:cubicBezTo>
                <a:cubicBezTo>
                  <a:pt x="2297286" y="14393"/>
                  <a:pt x="2299082" y="9916"/>
                  <a:pt x="2302569" y="6458"/>
                </a:cubicBezTo>
                <a:cubicBezTo>
                  <a:pt x="2306056" y="2999"/>
                  <a:pt x="2310614" y="1215"/>
                  <a:pt x="2316242" y="1106"/>
                </a:cubicBezTo>
                <a:close/>
                <a:moveTo>
                  <a:pt x="173117" y="1106"/>
                </a:moveTo>
                <a:cubicBezTo>
                  <a:pt x="178613" y="1215"/>
                  <a:pt x="183090" y="2999"/>
                  <a:pt x="186549" y="6458"/>
                </a:cubicBezTo>
                <a:cubicBezTo>
                  <a:pt x="190007" y="9916"/>
                  <a:pt x="191791" y="14393"/>
                  <a:pt x="191900" y="19889"/>
                </a:cubicBezTo>
                <a:cubicBezTo>
                  <a:pt x="191791" y="25385"/>
                  <a:pt x="190007" y="29862"/>
                  <a:pt x="186549" y="33320"/>
                </a:cubicBezTo>
                <a:cubicBezTo>
                  <a:pt x="183090" y="36779"/>
                  <a:pt x="178613" y="38563"/>
                  <a:pt x="173117" y="38672"/>
                </a:cubicBezTo>
                <a:cubicBezTo>
                  <a:pt x="167489" y="38563"/>
                  <a:pt x="162931" y="36779"/>
                  <a:pt x="159444" y="33320"/>
                </a:cubicBezTo>
                <a:cubicBezTo>
                  <a:pt x="155957" y="29862"/>
                  <a:pt x="154161" y="25385"/>
                  <a:pt x="154058" y="19889"/>
                </a:cubicBezTo>
                <a:cubicBezTo>
                  <a:pt x="154161" y="14393"/>
                  <a:pt x="155957" y="9916"/>
                  <a:pt x="159444" y="6458"/>
                </a:cubicBezTo>
                <a:cubicBezTo>
                  <a:pt x="162931" y="2999"/>
                  <a:pt x="167489" y="1215"/>
                  <a:pt x="173117" y="1106"/>
                </a:cubicBezTo>
                <a:close/>
                <a:moveTo>
                  <a:pt x="68228" y="1"/>
                </a:moveTo>
                <a:cubicBezTo>
                  <a:pt x="77205" y="-11"/>
                  <a:pt x="85906" y="634"/>
                  <a:pt x="94331" y="1934"/>
                </a:cubicBezTo>
                <a:cubicBezTo>
                  <a:pt x="102756" y="3235"/>
                  <a:pt x="110904" y="5261"/>
                  <a:pt x="118777" y="8011"/>
                </a:cubicBezTo>
                <a:cubicBezTo>
                  <a:pt x="118357" y="13496"/>
                  <a:pt x="117678" y="18479"/>
                  <a:pt x="116740" y="22962"/>
                </a:cubicBezTo>
                <a:cubicBezTo>
                  <a:pt x="115802" y="27445"/>
                  <a:pt x="114639" y="31669"/>
                  <a:pt x="113252" y="35634"/>
                </a:cubicBezTo>
                <a:cubicBezTo>
                  <a:pt x="105633" y="32883"/>
                  <a:pt x="97807" y="30857"/>
                  <a:pt x="89773" y="29557"/>
                </a:cubicBezTo>
                <a:cubicBezTo>
                  <a:pt x="81740" y="28256"/>
                  <a:pt x="74466" y="27612"/>
                  <a:pt x="67951" y="27623"/>
                </a:cubicBezTo>
                <a:cubicBezTo>
                  <a:pt x="55976" y="27710"/>
                  <a:pt x="47125" y="29885"/>
                  <a:pt x="41399" y="34149"/>
                </a:cubicBezTo>
                <a:cubicBezTo>
                  <a:pt x="35673" y="38413"/>
                  <a:pt x="32831" y="44249"/>
                  <a:pt x="32871" y="51655"/>
                </a:cubicBezTo>
                <a:cubicBezTo>
                  <a:pt x="32917" y="58710"/>
                  <a:pt x="35518" y="64626"/>
                  <a:pt x="40674" y="69402"/>
                </a:cubicBezTo>
                <a:cubicBezTo>
                  <a:pt x="45831" y="74179"/>
                  <a:pt x="53266" y="78575"/>
                  <a:pt x="62979" y="82592"/>
                </a:cubicBezTo>
                <a:lnTo>
                  <a:pt x="77896" y="88945"/>
                </a:lnTo>
                <a:cubicBezTo>
                  <a:pt x="95315" y="96190"/>
                  <a:pt x="107987" y="104282"/>
                  <a:pt x="115911" y="113219"/>
                </a:cubicBezTo>
                <a:cubicBezTo>
                  <a:pt x="123835" y="122156"/>
                  <a:pt x="127737" y="133216"/>
                  <a:pt x="127616" y="146400"/>
                </a:cubicBezTo>
                <a:cubicBezTo>
                  <a:pt x="127593" y="162530"/>
                  <a:pt x="121631" y="175432"/>
                  <a:pt x="109731" y="185106"/>
                </a:cubicBezTo>
                <a:cubicBezTo>
                  <a:pt x="97830" y="194780"/>
                  <a:pt x="80128" y="199740"/>
                  <a:pt x="56626" y="199988"/>
                </a:cubicBezTo>
                <a:cubicBezTo>
                  <a:pt x="45324" y="199999"/>
                  <a:pt x="34989" y="199148"/>
                  <a:pt x="25620" y="197433"/>
                </a:cubicBezTo>
                <a:cubicBezTo>
                  <a:pt x="16251" y="195718"/>
                  <a:pt x="7711" y="193071"/>
                  <a:pt x="0" y="189491"/>
                </a:cubicBezTo>
                <a:cubicBezTo>
                  <a:pt x="271" y="183926"/>
                  <a:pt x="835" y="178966"/>
                  <a:pt x="1692" y="174610"/>
                </a:cubicBezTo>
                <a:cubicBezTo>
                  <a:pt x="2550" y="170253"/>
                  <a:pt x="3735" y="165914"/>
                  <a:pt x="5248" y="161592"/>
                </a:cubicBezTo>
                <a:cubicBezTo>
                  <a:pt x="13173" y="165183"/>
                  <a:pt x="21632" y="167877"/>
                  <a:pt x="30627" y="169672"/>
                </a:cubicBezTo>
                <a:cubicBezTo>
                  <a:pt x="39621" y="171467"/>
                  <a:pt x="48012" y="172365"/>
                  <a:pt x="55798" y="172365"/>
                </a:cubicBezTo>
                <a:cubicBezTo>
                  <a:pt x="68705" y="172359"/>
                  <a:pt x="78592" y="170299"/>
                  <a:pt x="85457" y="166185"/>
                </a:cubicBezTo>
                <a:cubicBezTo>
                  <a:pt x="92323" y="162070"/>
                  <a:pt x="95787" y="155936"/>
                  <a:pt x="95850" y="147781"/>
                </a:cubicBezTo>
                <a:cubicBezTo>
                  <a:pt x="95954" y="140030"/>
                  <a:pt x="93123" y="133642"/>
                  <a:pt x="87356" y="128618"/>
                </a:cubicBezTo>
                <a:cubicBezTo>
                  <a:pt x="81590" y="123594"/>
                  <a:pt x="72268" y="118381"/>
                  <a:pt x="59388" y="112977"/>
                </a:cubicBezTo>
                <a:lnTo>
                  <a:pt x="45301" y="106900"/>
                </a:lnTo>
                <a:cubicBezTo>
                  <a:pt x="32123" y="101473"/>
                  <a:pt x="21603" y="94510"/>
                  <a:pt x="13742" y="86010"/>
                </a:cubicBezTo>
                <a:cubicBezTo>
                  <a:pt x="5881" y="77511"/>
                  <a:pt x="1853" y="66059"/>
                  <a:pt x="1657" y="51655"/>
                </a:cubicBezTo>
                <a:cubicBezTo>
                  <a:pt x="1634" y="35726"/>
                  <a:pt x="7136" y="23181"/>
                  <a:pt x="18162" y="14019"/>
                </a:cubicBezTo>
                <a:cubicBezTo>
                  <a:pt x="29188" y="4858"/>
                  <a:pt x="45877" y="185"/>
                  <a:pt x="68228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1" name="Forma libre: forma 18">
            <a:extLst>
              <a:ext uri="{FF2B5EF4-FFF2-40B4-BE49-F238E27FC236}">
                <a16:creationId xmlns:a16="http://schemas.microsoft.com/office/drawing/2014/main" id="{38503585-0A69-48A7-AA31-6361439FB922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2" name="Picture 2" descr="Resultado de imagen de DJSI Member Log">
            <a:extLst>
              <a:ext uri="{FF2B5EF4-FFF2-40B4-BE49-F238E27FC236}">
                <a16:creationId xmlns:a16="http://schemas.microsoft.com/office/drawing/2014/main" id="{A876A7B0-CFA8-49C0-ADBB-1741347DC43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upo 19">
            <a:extLst>
              <a:ext uri="{FF2B5EF4-FFF2-40B4-BE49-F238E27FC236}">
                <a16:creationId xmlns:a16="http://schemas.microsoft.com/office/drawing/2014/main" id="{1BFD6B57-0A3C-45ED-8C28-EFB2077CB374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14" name="Imagen 21" descr="Imagen relacionada">
              <a:extLst>
                <a:ext uri="{FF2B5EF4-FFF2-40B4-BE49-F238E27FC236}">
                  <a16:creationId xmlns:a16="http://schemas.microsoft.com/office/drawing/2014/main" id="{951B84BA-1D4D-42C1-89E7-19399F42A65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Imagen 23" descr="Imagen relacionada">
              <a:extLst>
                <a:ext uri="{FF2B5EF4-FFF2-40B4-BE49-F238E27FC236}">
                  <a16:creationId xmlns:a16="http://schemas.microsoft.com/office/drawing/2014/main" id="{9BEF0073-815D-44CC-BC2B-922C398BA8C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CuadroTexto 27">
            <a:extLst>
              <a:ext uri="{FF2B5EF4-FFF2-40B4-BE49-F238E27FC236}">
                <a16:creationId xmlns:a16="http://schemas.microsoft.com/office/drawing/2014/main" id="{1AB8CED5-7232-40B4-958C-13BE54972DF9}"/>
              </a:ext>
            </a:extLst>
          </p:cNvPr>
          <p:cNvSpPr txBox="1"/>
          <p:nvPr userDrawn="1"/>
        </p:nvSpPr>
        <p:spPr>
          <a:xfrm>
            <a:off x="721507" y="628193"/>
            <a:ext cx="33654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>
                <a:solidFill>
                  <a:srgbClr val="EC0000"/>
                </a:solidFill>
                <a:latin typeface="Santander Text" panose="020B0504020201020104" pitchFamily="34" charset="0"/>
              </a:rPr>
              <a:t>Thank You.</a:t>
            </a:r>
          </a:p>
        </p:txBody>
      </p:sp>
      <p:sp>
        <p:nvSpPr>
          <p:cNvPr id="18" name="Forma libre: forma 30">
            <a:extLst>
              <a:ext uri="{FF2B5EF4-FFF2-40B4-BE49-F238E27FC236}">
                <a16:creationId xmlns:a16="http://schemas.microsoft.com/office/drawing/2014/main" id="{849F866A-2FD1-4DAB-A854-06CF2E4CA21A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9" name="CuadroTexto 22">
            <a:extLst>
              <a:ext uri="{FF2B5EF4-FFF2-40B4-BE49-F238E27FC236}">
                <a16:creationId xmlns:a16="http://schemas.microsoft.com/office/drawing/2014/main" id="{B4D7A8E9-EA48-48DD-BB15-5E7E433016ED}"/>
              </a:ext>
            </a:extLst>
          </p:cNvPr>
          <p:cNvSpPr txBox="1"/>
          <p:nvPr userDrawn="1"/>
        </p:nvSpPr>
        <p:spPr>
          <a:xfrm>
            <a:off x="719289" y="1945651"/>
            <a:ext cx="33654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purpose is to help people and businesses prosper.</a:t>
            </a:r>
          </a:p>
          <a:p>
            <a:endParaRPr lang="en-US" sz="1397">
              <a:solidFill>
                <a:srgbClr val="595959"/>
              </a:solidFill>
              <a:latin typeface="Santander Text" panose="020B0504020201020104" pitchFamily="34" charset="0"/>
            </a:endParaRPr>
          </a:p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culture is based on believing </a:t>
            </a:r>
            <a:b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</a:br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that everything we do should be:</a:t>
            </a:r>
          </a:p>
        </p:txBody>
      </p:sp>
      <p:pic>
        <p:nvPicPr>
          <p:cNvPr id="20" name="Gráfico 11">
            <a:extLst>
              <a:ext uri="{FF2B5EF4-FFF2-40B4-BE49-F238E27FC236}">
                <a16:creationId xmlns:a16="http://schemas.microsoft.com/office/drawing/2014/main" id="{D9BB37DD-75A6-4C28-B9F8-BBE9AB84A4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 y conta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orma libre: forma 18">
            <a:extLst>
              <a:ext uri="{FF2B5EF4-FFF2-40B4-BE49-F238E27FC236}">
                <a16:creationId xmlns:a16="http://schemas.microsoft.com/office/drawing/2014/main" id="{B61CF4CC-ED27-4967-A11A-B838DFD4D9A3}"/>
              </a:ext>
            </a:extLst>
          </p:cNvPr>
          <p:cNvSpPr/>
          <p:nvPr/>
        </p:nvSpPr>
        <p:spPr>
          <a:xfrm>
            <a:off x="1" y="5229923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en-US" sz="1600"/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67F54544-030A-41BD-9896-574241C71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  <p:pic>
        <p:nvPicPr>
          <p:cNvPr id="1026" name="Picture 2" descr="Resultado de imagen de DJSI Member Log">
            <a:extLst>
              <a:ext uri="{FF2B5EF4-FFF2-40B4-BE49-F238E27FC236}">
                <a16:creationId xmlns:a16="http://schemas.microsoft.com/office/drawing/2014/main" id="{892B8B9E-DEBC-4365-A4A8-EB9654BA3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4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B163354C-97AE-4FC8-BF01-B7FCA9B2C7C0}"/>
              </a:ext>
            </a:extLst>
          </p:cNvPr>
          <p:cNvSpPr txBox="1"/>
          <p:nvPr/>
        </p:nvSpPr>
        <p:spPr>
          <a:xfrm>
            <a:off x="719287" y="1945650"/>
            <a:ext cx="3365479" cy="1193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2"/>
                </a:solidFill>
                <a:latin typeface="Santander Text" panose="020B0504020201020104" pitchFamily="34" charset="0"/>
              </a:rPr>
              <a:t>Nuestro propósito es ayudar a personas y empresas a prosperar.</a:t>
            </a:r>
          </a:p>
          <a:p>
            <a:endParaRPr lang="en-US" sz="1400">
              <a:solidFill>
                <a:schemeClr val="tx2"/>
              </a:solidFill>
              <a:latin typeface="Santander Text" panose="020B0504020201020104" pitchFamily="34" charset="0"/>
            </a:endParaRPr>
          </a:p>
          <a:p>
            <a:r>
              <a:rPr lang="en-US" sz="1400">
                <a:solidFill>
                  <a:schemeClr val="tx2"/>
                </a:solidFill>
                <a:latin typeface="Santander Text" panose="020B0504020201020104" pitchFamily="34" charset="0"/>
              </a:rPr>
              <a:t>Nuestra cultura se basa en la creencia de que todo lo que hacemos debe ser</a:t>
            </a:r>
          </a:p>
        </p:txBody>
      </p:sp>
      <p:pic>
        <p:nvPicPr>
          <p:cNvPr id="25" name="Gráfico 24">
            <a:extLst>
              <a:ext uri="{FF2B5EF4-FFF2-40B4-BE49-F238E27FC236}">
                <a16:creationId xmlns:a16="http://schemas.microsoft.com/office/drawing/2014/main" id="{B0E05CB1-1BF0-48C0-9240-26433BD086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9151" y="3461863"/>
            <a:ext cx="2790825" cy="202298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68E35268-345F-47C7-ADB2-CE92421E8EED}"/>
              </a:ext>
            </a:extLst>
          </p:cNvPr>
          <p:cNvSpPr txBox="1"/>
          <p:nvPr/>
        </p:nvSpPr>
        <p:spPr>
          <a:xfrm>
            <a:off x="721505" y="628193"/>
            <a:ext cx="3365479" cy="722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chemeClr val="tx2"/>
                </a:solidFill>
                <a:latin typeface="Santander Text" panose="020B0504020201020104" pitchFamily="34" charset="0"/>
              </a:rPr>
              <a:t>Gracias.</a:t>
            </a:r>
          </a:p>
        </p:txBody>
      </p:sp>
      <p:sp>
        <p:nvSpPr>
          <p:cNvPr id="31" name="Forma libre: forma 30">
            <a:extLst>
              <a:ext uri="{FF2B5EF4-FFF2-40B4-BE49-F238E27FC236}">
                <a16:creationId xmlns:a16="http://schemas.microsoft.com/office/drawing/2014/main" id="{073BDF73-2FC7-4E8C-B95B-B68B9F5D3BE9}"/>
              </a:ext>
            </a:extLst>
          </p:cNvPr>
          <p:cNvSpPr/>
          <p:nvPr/>
        </p:nvSpPr>
        <p:spPr>
          <a:xfrm>
            <a:off x="1" y="5229923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38" tIns="45719" rIns="91438" bIns="4571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1"/>
            <a:endParaRPr lang="en-US" sz="1600"/>
          </a:p>
        </p:txBody>
      </p:sp>
      <p:sp>
        <p:nvSpPr>
          <p:cNvPr id="13" name="Forma libre: forma 18">
            <a:extLst>
              <a:ext uri="{FF2B5EF4-FFF2-40B4-BE49-F238E27FC236}">
                <a16:creationId xmlns:a16="http://schemas.microsoft.com/office/drawing/2014/main" id="{B61CF4CC-ED27-4967-A11A-B838DFD4D9A3}"/>
              </a:ext>
            </a:extLst>
          </p:cNvPr>
          <p:cNvSpPr/>
          <p:nvPr userDrawn="1"/>
        </p:nvSpPr>
        <p:spPr>
          <a:xfrm>
            <a:off x="1" y="5229923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/>
            <a:endParaRPr lang="en-US" sz="1600"/>
          </a:p>
        </p:txBody>
      </p:sp>
      <p:grpSp>
        <p:nvGrpSpPr>
          <p:cNvPr id="16" name="Grupo 19">
            <a:extLst>
              <a:ext uri="{FF2B5EF4-FFF2-40B4-BE49-F238E27FC236}">
                <a16:creationId xmlns:a16="http://schemas.microsoft.com/office/drawing/2014/main" id="{246620ED-93B0-4966-8E36-4B883B49E634}"/>
              </a:ext>
            </a:extLst>
          </p:cNvPr>
          <p:cNvGrpSpPr/>
          <p:nvPr userDrawn="1"/>
        </p:nvGrpSpPr>
        <p:grpSpPr>
          <a:xfrm>
            <a:off x="7612559" y="5573577"/>
            <a:ext cx="578707" cy="455017"/>
            <a:chOff x="2203451" y="-4230356"/>
            <a:chExt cx="6896100" cy="5422158"/>
          </a:xfrm>
        </p:grpSpPr>
        <p:pic>
          <p:nvPicPr>
            <p:cNvPr id="17" name="Imagen 21" descr="Imagen relacionada">
              <a:extLst>
                <a:ext uri="{FF2B5EF4-FFF2-40B4-BE49-F238E27FC236}">
                  <a16:creationId xmlns:a16="http://schemas.microsoft.com/office/drawing/2014/main" id="{E4D48186-AF8E-4052-97D2-CCAFD0E1AC7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544" t="3352" r="22378" b="28229"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Imagen 23" descr="Imagen relacionada">
              <a:extLst>
                <a:ext uri="{FF2B5EF4-FFF2-40B4-BE49-F238E27FC236}">
                  <a16:creationId xmlns:a16="http://schemas.microsoft.com/office/drawing/2014/main" id="{411507B2-E393-4DDC-B151-70751F9943C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757"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Forma libre: forma 30">
            <a:extLst>
              <a:ext uri="{FF2B5EF4-FFF2-40B4-BE49-F238E27FC236}">
                <a16:creationId xmlns:a16="http://schemas.microsoft.com/office/drawing/2014/main" id="{073BDF73-2FC7-4E8C-B95B-B68B9F5D3BE9}"/>
              </a:ext>
            </a:extLst>
          </p:cNvPr>
          <p:cNvSpPr/>
          <p:nvPr userDrawn="1"/>
        </p:nvSpPr>
        <p:spPr>
          <a:xfrm>
            <a:off x="1" y="5229923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38" tIns="45719" rIns="91438" bIns="4571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1"/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059060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7D5BABB-E418-4C4C-B240-ED71FDCD655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7753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7D5BABB-E418-4C4C-B240-ED71FDCD655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AB49A0A-6AF1-40E1-BFB4-A2F6424A82A5}"/>
              </a:ext>
            </a:extLst>
          </p:cNvPr>
          <p:cNvGrpSpPr/>
          <p:nvPr userDrawn="1"/>
        </p:nvGrpSpPr>
        <p:grpSpPr>
          <a:xfrm>
            <a:off x="1200" y="-5773"/>
            <a:ext cx="12189600" cy="6869546"/>
            <a:chOff x="1200" y="-5773"/>
            <a:chExt cx="12189600" cy="6869546"/>
          </a:xfrm>
        </p:grpSpPr>
        <p:sp>
          <p:nvSpPr>
            <p:cNvPr id="49" name="Slide edges">
              <a:extLst>
                <a:ext uri="{FF2B5EF4-FFF2-40B4-BE49-F238E27FC236}">
                  <a16:creationId xmlns:a16="http://schemas.microsoft.com/office/drawing/2014/main" id="{A203E1A4-EEEE-4C40-9E9D-602663E2B2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0" y="-5773"/>
              <a:ext cx="12189600" cy="6869546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50" name="Whitespace measure">
              <a:extLst>
                <a:ext uri="{FF2B5EF4-FFF2-40B4-BE49-F238E27FC236}">
                  <a16:creationId xmlns:a16="http://schemas.microsoft.com/office/drawing/2014/main" id="{CB565F2A-9199-480A-A07D-D8D22D2E61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1494507"/>
              <a:ext cx="11263080" cy="581036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Rectangle 6">
              <a:extLst>
                <a:ext uri="{FF2B5EF4-FFF2-40B4-BE49-F238E27FC236}">
                  <a16:creationId xmlns:a16="http://schemas.microsoft.com/office/drawing/2014/main" id="{1F48D905-AD26-4461-8806-A460422F0D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8799" y="1502190"/>
              <a:ext cx="10942499" cy="5810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2C76E5C-A078-4F1A-A28E-AF5F5B305D5C}"/>
                </a:ext>
              </a:extLst>
            </p:cNvPr>
            <p:cNvSpPr/>
            <p:nvPr/>
          </p:nvSpPr>
          <p:spPr>
            <a:xfrm>
              <a:off x="1200" y="0"/>
              <a:ext cx="12189600" cy="6863103"/>
            </a:xfrm>
            <a:custGeom>
              <a:avLst/>
              <a:gdLst>
                <a:gd name="connsiteX0" fmla="*/ 463260 w 12189600"/>
                <a:gd name="connsiteY0" fmla="*/ 623550 h 6863103"/>
                <a:gd name="connsiteX1" fmla="*/ 463260 w 12189600"/>
                <a:gd name="connsiteY1" fmla="*/ 6742382 h 6863103"/>
                <a:gd name="connsiteX2" fmla="*/ 11726340 w 12189600"/>
                <a:gd name="connsiteY2" fmla="*/ 6742382 h 6863103"/>
                <a:gd name="connsiteX3" fmla="*/ 11726340 w 12189600"/>
                <a:gd name="connsiteY3" fmla="*/ 623550 h 6863103"/>
                <a:gd name="connsiteX4" fmla="*/ 0 w 12189600"/>
                <a:gd name="connsiteY4" fmla="*/ 0 h 6863103"/>
                <a:gd name="connsiteX5" fmla="*/ 12189600 w 12189600"/>
                <a:gd name="connsiteY5" fmla="*/ 0 h 6863103"/>
                <a:gd name="connsiteX6" fmla="*/ 12189600 w 12189600"/>
                <a:gd name="connsiteY6" fmla="*/ 6863103 h 6863103"/>
                <a:gd name="connsiteX7" fmla="*/ 0 w 12189600"/>
                <a:gd name="connsiteY7" fmla="*/ 6863103 h 686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9600" h="6863103">
                  <a:moveTo>
                    <a:pt x="463260" y="623550"/>
                  </a:moveTo>
                  <a:lnTo>
                    <a:pt x="463260" y="6742382"/>
                  </a:lnTo>
                  <a:lnTo>
                    <a:pt x="11726340" y="6742382"/>
                  </a:lnTo>
                  <a:lnTo>
                    <a:pt x="11726340" y="623550"/>
                  </a:lnTo>
                  <a:close/>
                  <a:moveTo>
                    <a:pt x="0" y="0"/>
                  </a:moveTo>
                  <a:lnTo>
                    <a:pt x="12189600" y="0"/>
                  </a:lnTo>
                  <a:lnTo>
                    <a:pt x="12189600" y="6863103"/>
                  </a:lnTo>
                  <a:lnTo>
                    <a:pt x="0" y="6863103"/>
                  </a:lnTo>
                  <a:close/>
                </a:path>
              </a:pathLst>
            </a:custGeom>
            <a:solidFill>
              <a:srgbClr val="FF9797">
                <a:alpha val="4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3" name="Freeform 8">
              <a:extLst>
                <a:ext uri="{FF2B5EF4-FFF2-40B4-BE49-F238E27FC236}">
                  <a16:creationId xmlns:a16="http://schemas.microsoft.com/office/drawing/2014/main" id="{7A2A0051-60F4-4578-92F3-986A9BBE389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00" y="0"/>
              <a:ext cx="12189600" cy="6863103"/>
            </a:xfrm>
            <a:custGeom>
              <a:avLst/>
              <a:gdLst>
                <a:gd name="T0" fmla="*/ 310 w 6021"/>
                <a:gd name="T1" fmla="*/ 742 h 3390"/>
                <a:gd name="T2" fmla="*/ 310 w 6021"/>
                <a:gd name="T3" fmla="*/ 742 h 3390"/>
                <a:gd name="T4" fmla="*/ 310 w 6021"/>
                <a:gd name="T5" fmla="*/ 310 h 3390"/>
                <a:gd name="T6" fmla="*/ 5715 w 6021"/>
                <a:gd name="T7" fmla="*/ 310 h 3390"/>
                <a:gd name="T8" fmla="*/ 5715 w 6021"/>
                <a:gd name="T9" fmla="*/ 742 h 3390"/>
                <a:gd name="T10" fmla="*/ 5715 w 6021"/>
                <a:gd name="T11" fmla="*/ 1029 h 3390"/>
                <a:gd name="T12" fmla="*/ 5715 w 6021"/>
                <a:gd name="T13" fmla="*/ 3040 h 3390"/>
                <a:gd name="T14" fmla="*/ 5715 w 6021"/>
                <a:gd name="T15" fmla="*/ 3043 h 3390"/>
                <a:gd name="T16" fmla="*/ 5715 w 6021"/>
                <a:gd name="T17" fmla="*/ 3230 h 3390"/>
                <a:gd name="T18" fmla="*/ 310 w 6021"/>
                <a:gd name="T19" fmla="*/ 3230 h 3390"/>
                <a:gd name="T20" fmla="*/ 310 w 6021"/>
                <a:gd name="T21" fmla="*/ 3040 h 3390"/>
                <a:gd name="T22" fmla="*/ 310 w 6021"/>
                <a:gd name="T23" fmla="*/ 1029 h 3390"/>
                <a:gd name="T24" fmla="*/ 310 w 6021"/>
                <a:gd name="T25" fmla="*/ 742 h 3390"/>
                <a:gd name="T26" fmla="*/ 6021 w 6021"/>
                <a:gd name="T27" fmla="*/ 0 h 3390"/>
                <a:gd name="T28" fmla="*/ 0 w 6021"/>
                <a:gd name="T29" fmla="*/ 0 h 3390"/>
                <a:gd name="T30" fmla="*/ 0 w 6021"/>
                <a:gd name="T31" fmla="*/ 3390 h 3390"/>
                <a:gd name="T32" fmla="*/ 6021 w 6021"/>
                <a:gd name="T33" fmla="*/ 3390 h 3390"/>
                <a:gd name="T34" fmla="*/ 6021 w 6021"/>
                <a:gd name="T35" fmla="*/ 0 h 33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21" h="3390">
                  <a:moveTo>
                    <a:pt x="310" y="742"/>
                  </a:moveTo>
                  <a:lnTo>
                    <a:pt x="310" y="742"/>
                  </a:lnTo>
                  <a:lnTo>
                    <a:pt x="310" y="310"/>
                  </a:lnTo>
                  <a:lnTo>
                    <a:pt x="5715" y="310"/>
                  </a:lnTo>
                  <a:lnTo>
                    <a:pt x="5715" y="742"/>
                  </a:lnTo>
                  <a:lnTo>
                    <a:pt x="5715" y="1029"/>
                  </a:lnTo>
                  <a:lnTo>
                    <a:pt x="5715" y="3040"/>
                  </a:lnTo>
                  <a:lnTo>
                    <a:pt x="5715" y="3043"/>
                  </a:lnTo>
                  <a:lnTo>
                    <a:pt x="5715" y="3230"/>
                  </a:lnTo>
                  <a:lnTo>
                    <a:pt x="310" y="3230"/>
                  </a:lnTo>
                  <a:lnTo>
                    <a:pt x="310" y="3040"/>
                  </a:lnTo>
                  <a:lnTo>
                    <a:pt x="310" y="1029"/>
                  </a:lnTo>
                  <a:lnTo>
                    <a:pt x="310" y="742"/>
                  </a:lnTo>
                  <a:moveTo>
                    <a:pt x="6021" y="0"/>
                  </a:moveTo>
                  <a:lnTo>
                    <a:pt x="0" y="0"/>
                  </a:lnTo>
                  <a:lnTo>
                    <a:pt x="0" y="3390"/>
                  </a:lnTo>
                  <a:lnTo>
                    <a:pt x="6021" y="3390"/>
                  </a:lnTo>
                  <a:lnTo>
                    <a:pt x="602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43EAF2E-0CBB-4E51-8EB1-8FCC0F57ACAB}"/>
                </a:ext>
              </a:extLst>
            </p:cNvPr>
            <p:cNvGrpSpPr/>
            <p:nvPr/>
          </p:nvGrpSpPr>
          <p:grpSpPr>
            <a:xfrm>
              <a:off x="1383311" y="623550"/>
              <a:ext cx="9425383" cy="5537047"/>
              <a:chOff x="1383311" y="623550"/>
              <a:chExt cx="9425383" cy="5537047"/>
            </a:xfrm>
          </p:grpSpPr>
          <p:sp>
            <p:nvSpPr>
              <p:cNvPr id="81" name="Rectangle 34">
                <a:extLst>
                  <a:ext uri="{FF2B5EF4-FFF2-40B4-BE49-F238E27FC236}">
                    <a16:creationId xmlns:a16="http://schemas.microsoft.com/office/drawing/2014/main" id="{E5B68981-9E6A-42E0-A5F0-88E8D736F4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74150" y="623550"/>
                <a:ext cx="289506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Rectangle 35">
                <a:extLst>
                  <a:ext uri="{FF2B5EF4-FFF2-40B4-BE49-F238E27FC236}">
                    <a16:creationId xmlns:a16="http://schemas.microsoft.com/office/drawing/2014/main" id="{B7BC22FB-D705-4FCF-A595-BF8A77C718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03755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Rectangle 36">
                <a:extLst>
                  <a:ext uri="{FF2B5EF4-FFF2-40B4-BE49-F238E27FC236}">
                    <a16:creationId xmlns:a16="http://schemas.microsoft.com/office/drawing/2014/main" id="{12E37755-0749-4074-8371-6B3062806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0977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4" name="Rectangle 37">
                <a:extLst>
                  <a:ext uri="{FF2B5EF4-FFF2-40B4-BE49-F238E27FC236}">
                    <a16:creationId xmlns:a16="http://schemas.microsoft.com/office/drawing/2014/main" id="{05865904-E0F1-4D6D-B781-0E59855F49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16533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Rectangle 38">
                <a:extLst>
                  <a:ext uri="{FF2B5EF4-FFF2-40B4-BE49-F238E27FC236}">
                    <a16:creationId xmlns:a16="http://schemas.microsoft.com/office/drawing/2014/main" id="{989F1666-50F0-49EF-8875-A418DF1FC2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29311" y="623550"/>
                <a:ext cx="279383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Rectangle 39">
                <a:extLst>
                  <a:ext uri="{FF2B5EF4-FFF2-40B4-BE49-F238E27FC236}">
                    <a16:creationId xmlns:a16="http://schemas.microsoft.com/office/drawing/2014/main" id="{5F30DFCB-AB0D-4E46-B2AC-F6D32B1377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3274" y="623550"/>
                <a:ext cx="293555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Rectangle 40">
                <a:extLst>
                  <a:ext uri="{FF2B5EF4-FFF2-40B4-BE49-F238E27FC236}">
                    <a16:creationId xmlns:a16="http://schemas.microsoft.com/office/drawing/2014/main" id="{A9C664C9-86CD-4128-BF89-8AEBFC206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83311" y="623550"/>
                <a:ext cx="29153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Rectangle 41">
                <a:extLst>
                  <a:ext uri="{FF2B5EF4-FFF2-40B4-BE49-F238E27FC236}">
                    <a16:creationId xmlns:a16="http://schemas.microsoft.com/office/drawing/2014/main" id="{AC343271-8BBA-4DF6-BCBE-3858B087F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2162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9" name="Rectangle 42">
                <a:extLst>
                  <a:ext uri="{FF2B5EF4-FFF2-40B4-BE49-F238E27FC236}">
                    <a16:creationId xmlns:a16="http://schemas.microsoft.com/office/drawing/2014/main" id="{307CE1BC-F36B-4566-B87B-DC17D2F30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14940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0" name="Rectangle 43">
                <a:extLst>
                  <a:ext uri="{FF2B5EF4-FFF2-40B4-BE49-F238E27FC236}">
                    <a16:creationId xmlns:a16="http://schemas.microsoft.com/office/drawing/2014/main" id="{30374327-BE62-4C6D-BD57-B5537445C3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27718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1" name="Rectangle 44">
                <a:extLst>
                  <a:ext uri="{FF2B5EF4-FFF2-40B4-BE49-F238E27FC236}">
                    <a16:creationId xmlns:a16="http://schemas.microsoft.com/office/drawing/2014/main" id="{EE30E763-D031-4AC7-9B06-6A76572486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40496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55" name="Live space">
              <a:extLst>
                <a:ext uri="{FF2B5EF4-FFF2-40B4-BE49-F238E27FC236}">
                  <a16:creationId xmlns:a16="http://schemas.microsoft.com/office/drawing/2014/main" id="{5C5B4D64-13F1-4A63-AD21-D8428BBDF496}"/>
                </a:ext>
              </a:extLst>
            </p:cNvPr>
            <p:cNvSpPr/>
            <p:nvPr/>
          </p:nvSpPr>
          <p:spPr>
            <a:xfrm>
              <a:off x="464460" y="2075543"/>
              <a:ext cx="11263080" cy="4079875"/>
            </a:xfrm>
            <a:prstGeom prst="rect">
              <a:avLst/>
            </a:prstGeom>
            <a:noFill/>
            <a:ln w="9525">
              <a:solidFill>
                <a:srgbClr val="EB0000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>
                <a:lnSpc>
                  <a:spcPct val="90000"/>
                </a:lnSpc>
                <a:spcAft>
                  <a:spcPts val="1000"/>
                </a:spcAft>
              </a:pPr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57" name="Footnote measure">
              <a:extLst>
                <a:ext uri="{FF2B5EF4-FFF2-40B4-BE49-F238E27FC236}">
                  <a16:creationId xmlns:a16="http://schemas.microsoft.com/office/drawing/2014/main" id="{84BC01FA-BA0E-4202-B562-5D00D83B8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6155418"/>
              <a:ext cx="11263080" cy="586964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92E0A110-61E3-4A63-B95A-387E4649239E}"/>
                </a:ext>
              </a:extLst>
            </p:cNvPr>
            <p:cNvGrpSpPr/>
            <p:nvPr/>
          </p:nvGrpSpPr>
          <p:grpSpPr>
            <a:xfrm>
              <a:off x="1200" y="623550"/>
              <a:ext cx="12189600" cy="5531868"/>
              <a:chOff x="1200" y="623550"/>
              <a:chExt cx="12189600" cy="5531868"/>
            </a:xfrm>
          </p:grpSpPr>
          <p:sp>
            <p:nvSpPr>
              <p:cNvPr id="61" name="Line 14">
                <a:extLst>
                  <a:ext uri="{FF2B5EF4-FFF2-40B4-BE49-F238E27FC236}">
                    <a16:creationId xmlns:a16="http://schemas.microsoft.com/office/drawing/2014/main" id="{78C6C7E6-27BB-42F2-B1DC-3FD5A1C96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91470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2" name="Line 15">
                <a:extLst>
                  <a:ext uri="{FF2B5EF4-FFF2-40B4-BE49-F238E27FC236}">
                    <a16:creationId xmlns:a16="http://schemas.microsoft.com/office/drawing/2014/main" id="{C619F5E2-1EA6-44AF-9FC0-8B16662B9F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2355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3" name="Line 17">
                <a:extLst>
                  <a:ext uri="{FF2B5EF4-FFF2-40B4-BE49-F238E27FC236}">
                    <a16:creationId xmlns:a16="http://schemas.microsoft.com/office/drawing/2014/main" id="{F50A9CFE-2B26-4A94-8B99-5AFF5B8830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20585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4" name="Line 18">
                <a:extLst>
                  <a:ext uri="{FF2B5EF4-FFF2-40B4-BE49-F238E27FC236}">
                    <a16:creationId xmlns:a16="http://schemas.microsoft.com/office/drawing/2014/main" id="{100E0D86-B629-4360-8A30-B2F996C1F0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49700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5" name="Line 19">
                <a:extLst>
                  <a:ext uri="{FF2B5EF4-FFF2-40B4-BE49-F238E27FC236}">
                    <a16:creationId xmlns:a16="http://schemas.microsoft.com/office/drawing/2014/main" id="{9AFFC03E-3601-4E4B-BB98-7BF1927CD6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78815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6" name="Line 20">
                <a:extLst>
                  <a:ext uri="{FF2B5EF4-FFF2-40B4-BE49-F238E27FC236}">
                    <a16:creationId xmlns:a16="http://schemas.microsoft.com/office/drawing/2014/main" id="{81E2A333-3773-4DB0-811B-FAC94325F6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07930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7" name="Line 21">
                <a:extLst>
                  <a:ext uri="{FF2B5EF4-FFF2-40B4-BE49-F238E27FC236}">
                    <a16:creationId xmlns:a16="http://schemas.microsoft.com/office/drawing/2014/main" id="{D8BECD09-A0EC-48FA-96F5-4AC66CBF785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37045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8" name="Line 22">
                <a:extLst>
                  <a:ext uri="{FF2B5EF4-FFF2-40B4-BE49-F238E27FC236}">
                    <a16:creationId xmlns:a16="http://schemas.microsoft.com/office/drawing/2014/main" id="{B892EB3A-A9CF-43CD-9C6D-1FB72DCBCB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66160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9" name="Line 23">
                <a:extLst>
                  <a:ext uri="{FF2B5EF4-FFF2-40B4-BE49-F238E27FC236}">
                    <a16:creationId xmlns:a16="http://schemas.microsoft.com/office/drawing/2014/main" id="{50C6B780-838F-4043-8237-DCA2E4B7B0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95275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0" name="Line 24">
                <a:extLst>
                  <a:ext uri="{FF2B5EF4-FFF2-40B4-BE49-F238E27FC236}">
                    <a16:creationId xmlns:a16="http://schemas.microsoft.com/office/drawing/2014/main" id="{A1E6E76A-C7AC-44B9-9357-C9F22154A6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243909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1" name="Line 25">
                <a:extLst>
                  <a:ext uri="{FF2B5EF4-FFF2-40B4-BE49-F238E27FC236}">
                    <a16:creationId xmlns:a16="http://schemas.microsoft.com/office/drawing/2014/main" id="{A76627BB-53C9-430C-ADA8-70341EED01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53506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2" name="Line 26">
                <a:extLst>
                  <a:ext uri="{FF2B5EF4-FFF2-40B4-BE49-F238E27FC236}">
                    <a16:creationId xmlns:a16="http://schemas.microsoft.com/office/drawing/2014/main" id="{6849FC69-83FB-4848-A829-BDFD7D4D8D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82621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3" name="Line 27">
                <a:extLst>
                  <a:ext uri="{FF2B5EF4-FFF2-40B4-BE49-F238E27FC236}">
                    <a16:creationId xmlns:a16="http://schemas.microsoft.com/office/drawing/2014/main" id="{2CDEB07D-DEC1-4021-B0BF-C61873BBA7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11736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4" name="Line 28">
                <a:extLst>
                  <a:ext uri="{FF2B5EF4-FFF2-40B4-BE49-F238E27FC236}">
                    <a16:creationId xmlns:a16="http://schemas.microsoft.com/office/drawing/2014/main" id="{B269640E-C908-462E-9A93-D470450279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40851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5" name="Line 29">
                <a:extLst>
                  <a:ext uri="{FF2B5EF4-FFF2-40B4-BE49-F238E27FC236}">
                    <a16:creationId xmlns:a16="http://schemas.microsoft.com/office/drawing/2014/main" id="{8923C160-0712-41C4-B146-4EE68A519C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69966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Line 30">
                <a:extLst>
                  <a:ext uri="{FF2B5EF4-FFF2-40B4-BE49-F238E27FC236}">
                    <a16:creationId xmlns:a16="http://schemas.microsoft.com/office/drawing/2014/main" id="{F0426A67-08EF-45AF-B08E-BBDBF89B70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99081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Line 31">
                <a:extLst>
                  <a:ext uri="{FF2B5EF4-FFF2-40B4-BE49-F238E27FC236}">
                    <a16:creationId xmlns:a16="http://schemas.microsoft.com/office/drawing/2014/main" id="{44806CA8-0DA4-476B-943B-0CDFEF0AEF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28196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Line 32">
                <a:extLst>
                  <a:ext uri="{FF2B5EF4-FFF2-40B4-BE49-F238E27FC236}">
                    <a16:creationId xmlns:a16="http://schemas.microsoft.com/office/drawing/2014/main" id="{5A3E6186-0DB5-4B39-8D88-6BC4657CA1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57311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Line 16">
                <a:extLst>
                  <a:ext uri="{FF2B5EF4-FFF2-40B4-BE49-F238E27FC236}">
                    <a16:creationId xmlns:a16="http://schemas.microsoft.com/office/drawing/2014/main" id="{A4C522B0-69BC-4944-874D-7BB6E68EDF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15541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Line 33">
                <a:extLst>
                  <a:ext uri="{FF2B5EF4-FFF2-40B4-BE49-F238E27FC236}">
                    <a16:creationId xmlns:a16="http://schemas.microsoft.com/office/drawing/2014/main" id="{D16F2540-FE5A-409B-884D-FB8AF36AFC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86426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59" name="Five column measure">
              <a:extLst>
                <a:ext uri="{FF2B5EF4-FFF2-40B4-BE49-F238E27FC236}">
                  <a16:creationId xmlns:a16="http://schemas.microsoft.com/office/drawing/2014/main" id="{B9F29F1E-83EB-4EAC-9129-41F81683EC8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8799" y="5976438"/>
              <a:ext cx="10942499" cy="66810"/>
            </a:xfrm>
            <a:custGeom>
              <a:avLst/>
              <a:gdLst>
                <a:gd name="T0" fmla="*/ 1113 w 5405"/>
                <a:gd name="T1" fmla="*/ 0 h 33"/>
                <a:gd name="T2" fmla="*/ 2068 w 5405"/>
                <a:gd name="T3" fmla="*/ 0 h 33"/>
                <a:gd name="T4" fmla="*/ 2068 w 5405"/>
                <a:gd name="T5" fmla="*/ 33 h 33"/>
                <a:gd name="T6" fmla="*/ 1113 w 5405"/>
                <a:gd name="T7" fmla="*/ 33 h 33"/>
                <a:gd name="T8" fmla="*/ 1113 w 5405"/>
                <a:gd name="T9" fmla="*/ 0 h 33"/>
                <a:gd name="T10" fmla="*/ 1113 w 5405"/>
                <a:gd name="T11" fmla="*/ 0 h 33"/>
                <a:gd name="T12" fmla="*/ 4449 w 5405"/>
                <a:gd name="T13" fmla="*/ 0 h 33"/>
                <a:gd name="T14" fmla="*/ 4449 w 5405"/>
                <a:gd name="T15" fmla="*/ 33 h 33"/>
                <a:gd name="T16" fmla="*/ 5405 w 5405"/>
                <a:gd name="T17" fmla="*/ 33 h 33"/>
                <a:gd name="T18" fmla="*/ 5405 w 5405"/>
                <a:gd name="T19" fmla="*/ 0 h 33"/>
                <a:gd name="T20" fmla="*/ 4449 w 5405"/>
                <a:gd name="T21" fmla="*/ 0 h 33"/>
                <a:gd name="T22" fmla="*/ 4449 w 5405"/>
                <a:gd name="T23" fmla="*/ 0 h 33"/>
                <a:gd name="T24" fmla="*/ 3337 w 5405"/>
                <a:gd name="T25" fmla="*/ 0 h 33"/>
                <a:gd name="T26" fmla="*/ 3337 w 5405"/>
                <a:gd name="T27" fmla="*/ 33 h 33"/>
                <a:gd name="T28" fmla="*/ 4293 w 5405"/>
                <a:gd name="T29" fmla="*/ 33 h 33"/>
                <a:gd name="T30" fmla="*/ 4293 w 5405"/>
                <a:gd name="T31" fmla="*/ 0 h 33"/>
                <a:gd name="T32" fmla="*/ 3337 w 5405"/>
                <a:gd name="T33" fmla="*/ 0 h 33"/>
                <a:gd name="T34" fmla="*/ 3337 w 5405"/>
                <a:gd name="T35" fmla="*/ 0 h 33"/>
                <a:gd name="T36" fmla="*/ 2225 w 5405"/>
                <a:gd name="T37" fmla="*/ 0 h 33"/>
                <a:gd name="T38" fmla="*/ 2225 w 5405"/>
                <a:gd name="T39" fmla="*/ 33 h 33"/>
                <a:gd name="T40" fmla="*/ 3180 w 5405"/>
                <a:gd name="T41" fmla="*/ 33 h 33"/>
                <a:gd name="T42" fmla="*/ 3180 w 5405"/>
                <a:gd name="T43" fmla="*/ 0 h 33"/>
                <a:gd name="T44" fmla="*/ 2225 w 5405"/>
                <a:gd name="T45" fmla="*/ 0 h 33"/>
                <a:gd name="T46" fmla="*/ 2225 w 5405"/>
                <a:gd name="T47" fmla="*/ 0 h 33"/>
                <a:gd name="T48" fmla="*/ 0 w 5405"/>
                <a:gd name="T49" fmla="*/ 0 h 33"/>
                <a:gd name="T50" fmla="*/ 0 w 5405"/>
                <a:gd name="T51" fmla="*/ 33 h 33"/>
                <a:gd name="T52" fmla="*/ 955 w 5405"/>
                <a:gd name="T53" fmla="*/ 33 h 33"/>
                <a:gd name="T54" fmla="*/ 955 w 5405"/>
                <a:gd name="T55" fmla="*/ 0 h 33"/>
                <a:gd name="T56" fmla="*/ 0 w 5405"/>
                <a:gd name="T57" fmla="*/ 0 h 33"/>
                <a:gd name="T58" fmla="*/ 0 w 5405"/>
                <a:gd name="T59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5405" h="33">
                  <a:moveTo>
                    <a:pt x="1113" y="0"/>
                  </a:moveTo>
                  <a:lnTo>
                    <a:pt x="2068" y="0"/>
                  </a:lnTo>
                  <a:lnTo>
                    <a:pt x="2068" y="33"/>
                  </a:lnTo>
                  <a:lnTo>
                    <a:pt x="1113" y="33"/>
                  </a:lnTo>
                  <a:lnTo>
                    <a:pt x="1113" y="0"/>
                  </a:lnTo>
                  <a:lnTo>
                    <a:pt x="1113" y="0"/>
                  </a:lnTo>
                  <a:close/>
                  <a:moveTo>
                    <a:pt x="4449" y="0"/>
                  </a:moveTo>
                  <a:lnTo>
                    <a:pt x="4449" y="33"/>
                  </a:lnTo>
                  <a:lnTo>
                    <a:pt x="5405" y="33"/>
                  </a:lnTo>
                  <a:lnTo>
                    <a:pt x="5405" y="0"/>
                  </a:lnTo>
                  <a:lnTo>
                    <a:pt x="4449" y="0"/>
                  </a:lnTo>
                  <a:lnTo>
                    <a:pt x="4449" y="0"/>
                  </a:lnTo>
                  <a:close/>
                  <a:moveTo>
                    <a:pt x="3337" y="0"/>
                  </a:moveTo>
                  <a:lnTo>
                    <a:pt x="3337" y="33"/>
                  </a:lnTo>
                  <a:lnTo>
                    <a:pt x="4293" y="33"/>
                  </a:lnTo>
                  <a:lnTo>
                    <a:pt x="4293" y="0"/>
                  </a:lnTo>
                  <a:lnTo>
                    <a:pt x="3337" y="0"/>
                  </a:lnTo>
                  <a:lnTo>
                    <a:pt x="3337" y="0"/>
                  </a:lnTo>
                  <a:close/>
                  <a:moveTo>
                    <a:pt x="2225" y="0"/>
                  </a:moveTo>
                  <a:lnTo>
                    <a:pt x="2225" y="33"/>
                  </a:lnTo>
                  <a:lnTo>
                    <a:pt x="3180" y="33"/>
                  </a:lnTo>
                  <a:lnTo>
                    <a:pt x="3180" y="0"/>
                  </a:lnTo>
                  <a:lnTo>
                    <a:pt x="2225" y="0"/>
                  </a:lnTo>
                  <a:lnTo>
                    <a:pt x="2225" y="0"/>
                  </a:lnTo>
                  <a:close/>
                  <a:moveTo>
                    <a:pt x="0" y="0"/>
                  </a:moveTo>
                  <a:lnTo>
                    <a:pt x="0" y="33"/>
                  </a:lnTo>
                  <a:lnTo>
                    <a:pt x="955" y="33"/>
                  </a:lnTo>
                  <a:lnTo>
                    <a:pt x="9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BFBF">
                <a:alpha val="15000"/>
              </a:srgb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Footnote example">
              <a:extLst>
                <a:ext uri="{FF2B5EF4-FFF2-40B4-BE49-F238E27FC236}">
                  <a16:creationId xmlns:a16="http://schemas.microsoft.com/office/drawing/2014/main" id="{E8D683A9-6AE1-4BA8-8ED7-86DF9F8BDE85}"/>
                </a:ext>
              </a:extLst>
            </p:cNvPr>
            <p:cNvSpPr txBox="1"/>
            <p:nvPr/>
          </p:nvSpPr>
          <p:spPr>
            <a:xfrm>
              <a:off x="1688182" y="6368431"/>
              <a:ext cx="9030914" cy="373949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1. xxxx  2. xxxx  3. List footnotes in numerical order. Footnote numbers are not bracketed. Use 9pt font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  <a:endParaRPr kumimoji="0" lang="en-US" sz="900" b="0" i="0" u="none" strike="noStrike" kern="1200" cap="none" spc="0" normalizeH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sym typeface="Trebuchet MS" panose="020B0603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599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537577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84" imgH="384" progId="TCLayout.ActiveDocument.1">
                  <p:embed/>
                </p:oleObj>
              </mc:Choice>
              <mc:Fallback>
                <p:oleObj name="think-cell Slide" r:id="rId4" imgW="384" imgH="38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Forma libre: forma 18">
            <a:extLst>
              <a:ext uri="{FF2B5EF4-FFF2-40B4-BE49-F238E27FC236}">
                <a16:creationId xmlns:a16="http://schemas.microsoft.com/office/drawing/2014/main" id="{116E2EC4-B1EB-4979-A176-74F38479A7EA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7" name="Picture 2" descr="Resultado de imagen de DJSI Member Log">
            <a:extLst>
              <a:ext uri="{FF2B5EF4-FFF2-40B4-BE49-F238E27FC236}">
                <a16:creationId xmlns:a16="http://schemas.microsoft.com/office/drawing/2014/main" id="{B6EEC52B-A063-42F0-8A30-93B82CB8A5C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upo 19">
            <a:extLst>
              <a:ext uri="{FF2B5EF4-FFF2-40B4-BE49-F238E27FC236}">
                <a16:creationId xmlns:a16="http://schemas.microsoft.com/office/drawing/2014/main" id="{BA080A65-6C31-4AEC-B554-6A312B85D909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23" name="Imagen 21" descr="Imagen relacionada">
              <a:extLst>
                <a:ext uri="{FF2B5EF4-FFF2-40B4-BE49-F238E27FC236}">
                  <a16:creationId xmlns:a16="http://schemas.microsoft.com/office/drawing/2014/main" id="{9D147280-FFCA-408E-B1ED-2BE830582B9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Imagen 23" descr="Imagen relacionada">
              <a:extLst>
                <a:ext uri="{FF2B5EF4-FFF2-40B4-BE49-F238E27FC236}">
                  <a16:creationId xmlns:a16="http://schemas.microsoft.com/office/drawing/2014/main" id="{BEA1EBF7-AC78-47CB-B6D9-10AA88A32B0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5" name="Forma libre: forma 30">
            <a:extLst>
              <a:ext uri="{FF2B5EF4-FFF2-40B4-BE49-F238E27FC236}">
                <a16:creationId xmlns:a16="http://schemas.microsoft.com/office/drawing/2014/main" id="{B0E78C69-D3C3-433E-BB94-D18269775F11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28" name="Gráfico 11">
            <a:extLst>
              <a:ext uri="{FF2B5EF4-FFF2-40B4-BE49-F238E27FC236}">
                <a16:creationId xmlns:a16="http://schemas.microsoft.com/office/drawing/2014/main" id="{02403ACE-4628-4CE4-8C85-EAA62EF870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  <p:sp>
        <p:nvSpPr>
          <p:cNvPr id="29" name="Title 1">
            <a:extLst>
              <a:ext uri="{FF2B5EF4-FFF2-40B4-BE49-F238E27FC236}">
                <a16:creationId xmlns:a16="http://schemas.microsoft.com/office/drawing/2014/main" id="{40B0F4CE-0BD3-497F-A9D0-B6B4F46CDD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ltGray">
          <a:xfrm>
            <a:off x="721745" y="1096485"/>
            <a:ext cx="4934308" cy="1407004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>
            <a:lvl1pPr algn="l">
              <a:lnSpc>
                <a:spcPct val="93000"/>
              </a:lnSpc>
              <a:defRPr sz="4600" baseline="0">
                <a:solidFill>
                  <a:srgbClr val="FF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Title in Title Case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BD62CF8-49E3-41BB-B918-909B1773D4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724620" y="2722142"/>
            <a:ext cx="4934309" cy="243645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in sentence case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EE22844-A048-4712-8DFD-27D8D40510F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9093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EE22844-A048-4712-8DFD-27D8D40510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389580" cy="513982"/>
          </a:xfr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31BCF83A-7782-4B1D-8C98-38D55D0DDB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2220698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61B73264-AF50-4BF3-A65B-F61F12212C7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31381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61B73264-AF50-4BF3-A65B-F61F12212C7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B083126-25E7-42D8-B799-608CFD4DF6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AD1DA01-0E73-44DE-A132-B4FF1E70A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" y="2075543"/>
            <a:ext cx="11263080" cy="40798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A06DC987-E3B6-4307-ADDB-7B34675668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427" y="112942"/>
            <a:ext cx="10512108" cy="518400"/>
          </a:xfrm>
        </p:spPr>
        <p:txBody>
          <a:bodyPr anchor="ctr"/>
          <a:lstStyle>
            <a:lvl1pPr>
              <a:defRPr kumimoji="0" lang="en-US" sz="1800" b="0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antander Headline" panose="020B05040202010201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800">
                <a:solidFill>
                  <a:schemeClr val="tx2"/>
                </a:solidFill>
              </a:defRPr>
            </a:lvl4pPr>
            <a:lvl5pPr>
              <a:defRPr sz="1800">
                <a:solidFill>
                  <a:schemeClr val="tx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Text 18 pts</a:t>
            </a:r>
          </a:p>
        </p:txBody>
      </p:sp>
    </p:spTree>
    <p:extLst>
      <p:ext uri="{BB962C8B-B14F-4D97-AF65-F5344CB8AC3E}">
        <p14:creationId xmlns:p14="http://schemas.microsoft.com/office/powerpoint/2010/main" val="40434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Gray slice headin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D6B7CA-46CF-41A0-9D76-7A5CD97B32E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72855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D6B7CA-46CF-41A0-9D76-7A5CD97B32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Rectangle 6"/>
          <p:cNvSpPr/>
          <p:nvPr userDrawn="1"/>
        </p:nvSpPr>
        <p:spPr bwMode="white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363993" y="2158987"/>
            <a:ext cx="4010007" cy="541687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 algn="l">
              <a:buNone/>
              <a:defRPr sz="1600">
                <a:solidFill>
                  <a:srgbClr val="458FA3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subtitle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1227048"/>
            <a:ext cx="4010007" cy="664797"/>
          </a:xfrm>
        </p:spPr>
        <p:txBody>
          <a:bodyPr vert="horz" anchor="t">
            <a:noAutofit/>
          </a:bodyPr>
          <a:lstStyle>
            <a:lvl1pPr>
              <a:defRPr sz="220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0" name="Gráfico 10">
            <a:extLst>
              <a:ext uri="{FF2B5EF4-FFF2-40B4-BE49-F238E27FC236}">
                <a16:creationId xmlns:a16="http://schemas.microsoft.com/office/drawing/2014/main" id="{5EE6329A-2C21-4E92-A8D8-71FC96841AF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753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B7A7FBA-E4B0-4D2D-B120-042AB6D536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55633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B7A7FBA-E4B0-4D2D-B120-042AB6D536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</a14:hiddenLine>
            </a:ext>
          </a:extLst>
        </p:spPr>
        <p:txBody>
          <a:bodyPr vert="horz"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rgbClr val="EB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section title</a:t>
            </a:r>
          </a:p>
        </p:txBody>
      </p:sp>
      <p:sp>
        <p:nvSpPr>
          <p:cNvPr id="11" name="Rectangle 10"/>
          <p:cNvSpPr/>
          <p:nvPr userDrawn="1"/>
        </p:nvSpPr>
        <p:spPr bwMode="white">
          <a:xfrm>
            <a:off x="1280693" y="1424081"/>
            <a:ext cx="951721" cy="951721"/>
          </a:xfrm>
          <a:prstGeom prst="rect">
            <a:avLst/>
          </a:prstGeom>
          <a:noFill/>
          <a:ln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90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line"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0ED333F-26D5-4B5D-8B05-EAF4C1BE602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906594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0ED333F-26D5-4B5D-8B05-EAF4C1BE60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464460" y="3826800"/>
            <a:ext cx="11263080" cy="2041200"/>
          </a:xfrm>
        </p:spPr>
        <p:txBody>
          <a:bodyPr vert="horz" lIns="0" tIns="0" rIns="0" bIns="0" anchor="t">
            <a:noAutofit/>
          </a:bodyPr>
          <a:lstStyle>
            <a:lvl1pPr>
              <a:defRPr sz="5400">
                <a:solidFill>
                  <a:srgbClr val="EB0000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section title</a:t>
            </a:r>
          </a:p>
        </p:txBody>
      </p:sp>
      <p:cxnSp>
        <p:nvCxnSpPr>
          <p:cNvPr id="10" name="Straight Connector 9"/>
          <p:cNvCxnSpPr/>
          <p:nvPr userDrawn="1"/>
        </p:nvCxnSpPr>
        <p:spPr bwMode="white">
          <a:xfrm>
            <a:off x="464460" y="3680016"/>
            <a:ext cx="11724127" cy="0"/>
          </a:xfrm>
          <a:prstGeom prst="line">
            <a:avLst/>
          </a:prstGeom>
          <a:ln w="19050" cmpd="sng">
            <a:solidFill>
              <a:srgbClr val="FF5D5D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52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White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05CFBFA-5A2E-4D6C-B3EC-F5BDA5C541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432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05CFBFA-5A2E-4D6C-B3EC-F5BDA5C541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8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4" name="Rectangle 23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5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220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7E3F33CF-B13B-4A07-9629-233B11C9F76D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F378F72C-30A2-4C5B-9C1C-63C4A4A1D8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36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ighlight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151264B1-0462-432F-9962-974A839A3F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93711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151264B1-0462-432F-9962-974A839A3F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8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42536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203E5A42-18BB-469E-BCB2-B7BDE8E5FA90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7" name="Gráfico 10">
            <a:extLst>
              <a:ext uri="{FF2B5EF4-FFF2-40B4-BE49-F238E27FC236}">
                <a16:creationId xmlns:a16="http://schemas.microsoft.com/office/drawing/2014/main" id="{9F67545C-F89F-4843-909C-CBA2A30E88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945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Four column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96003EA-8E4A-47A5-9D6D-B448E16828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475442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96003EA-8E4A-47A5-9D6D-B448E16828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9029246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>
            <a:off x="0" y="0"/>
            <a:ext cx="903427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2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8367591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09D3FE52-220D-4312-8AD4-3D25F4F82496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6FCDF537-4B47-4D5B-BF79-3D703F0327B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92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996D83C-4E84-4F7B-A6E1-A799A9C4DD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2806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996D83C-4E84-4F7B-A6E1-A799A9C4DD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681103"/>
            <a:ext cx="3393888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22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ABE7678-38E0-4A69-8283-D7236C080838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6" name="Gráfico 10">
            <a:extLst>
              <a:ext uri="{FF2B5EF4-FFF2-40B4-BE49-F238E27FC236}">
                <a16:creationId xmlns:a16="http://schemas.microsoft.com/office/drawing/2014/main" id="{1898D1B9-C156-4070-A0FB-1FCB8429BF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452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alf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5212359-324B-4236-8797-10A585A0C72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8313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5212359-324B-4236-8797-10A585A0C7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2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363993" y="1785600"/>
            <a:ext cx="4654407" cy="3286800"/>
          </a:xfrm>
          <a:prstGeom prst="rect">
            <a:avLst/>
          </a:prstGeom>
          <a:noFill/>
        </p:spPr>
        <p:txBody>
          <a:bodyPr vert="horz" wrap="square" lIns="91440" tIns="45720" rIns="320040" bIns="4572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5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7DED688-3E59-47E6-AF9C-2CD94E1D89BB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1" name="Gráfico 10">
            <a:extLst>
              <a:ext uri="{FF2B5EF4-FFF2-40B4-BE49-F238E27FC236}">
                <a16:creationId xmlns:a16="http://schemas.microsoft.com/office/drawing/2014/main" id="{F9197FD1-EBA2-4CEE-9CD0-35933F79DD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16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two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D45B32B-F6D6-4802-9C98-2DF6A59409F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360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D45B32B-F6D6-4802-9C98-2DF6A59409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363993" y="1785600"/>
            <a:ext cx="6514495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D2053BE-509B-407E-B837-ADFFDD9FFD69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20" name="Gráfico 10">
            <a:extLst>
              <a:ext uri="{FF2B5EF4-FFF2-40B4-BE49-F238E27FC236}">
                <a16:creationId xmlns:a16="http://schemas.microsoft.com/office/drawing/2014/main" id="{F983F5C1-4A35-409B-9725-80ED481053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57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Left arro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5630360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8014787-F929-40A0-95E2-989769D0BE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43CDF0EB-9773-45D4-B62A-49123D9EB1A9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23" name="Gráfico 10">
            <a:extLst>
              <a:ext uri="{FF2B5EF4-FFF2-40B4-BE49-F238E27FC236}">
                <a16:creationId xmlns:a16="http://schemas.microsoft.com/office/drawing/2014/main" id="{32F2B550-BFBD-48E8-8911-D204FAFD40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3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left arr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B3D56CA-B066-4ACC-8D00-2B66350D5D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70143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B3D56CA-B066-4ACC-8D00-2B66350D5D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363993" y="2764203"/>
            <a:ext cx="2744645" cy="1314311"/>
          </a:xfrm>
        </p:spPr>
        <p:txBody>
          <a:bodyPr vert="horz" anchor="ctr" anchorCtr="0">
            <a:noAutofit/>
          </a:bodyPr>
          <a:lstStyle>
            <a:lvl1pPr>
              <a:defRPr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6AF37D4-C823-4B6D-81CF-8B5D539CFC3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003F71F1-F2A0-4648-9E8C-CB5B0686BB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91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one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7B7D72A-B744-4911-B607-1DB4ADFE878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30355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7B7D72A-B744-4911-B607-1DB4ADFE87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458FA3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B4B3A21F-6E2F-4C72-BF45-1CD97EF2C09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1959C895-BD3D-4B4A-9D93-D556353D64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699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one thi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3B09E5D-13E8-4DA9-AD48-8CDD40F146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43218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3B09E5D-13E8-4DA9-AD48-8CDD40F146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1785600"/>
            <a:ext cx="4328242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87BFDEA-B96C-458F-ADE3-7E6C73838660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2B7DAF2F-0AF1-41B1-B756-6F3A3BA2BB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56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half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2FBB8BE-1C63-42AE-B573-02716D9C8DE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406829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2FBB8BE-1C63-42AE-B573-02716D9C8D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5013829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81600D2-56F6-4A51-ABA1-5826279A75A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7" name="Gráfico 10">
            <a:extLst>
              <a:ext uri="{FF2B5EF4-FFF2-40B4-BE49-F238E27FC236}">
                <a16:creationId xmlns:a16="http://schemas.microsoft.com/office/drawing/2014/main" id="{AD78EBD6-DC2D-45BE-8A39-E69FBA818C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8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half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B642A63-D48A-4FE1-AEE8-77227504BF8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695219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B642A63-D48A-4FE1-AEE8-77227504BF8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5013829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7E6E574-05EF-4197-832A-57DA89B20B56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CB4249B0-5AE9-4651-9A1A-77E42E9C1ED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two third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FE88F29E-32D0-43B8-BBF9-2E21F01963E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72341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FE88F29E-32D0-43B8-BBF9-2E21F01963E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0503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9BAB28E-ED76-4B26-A2F7-D94930CEFC41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9" name="Gráfico 10">
            <a:extLst>
              <a:ext uri="{FF2B5EF4-FFF2-40B4-BE49-F238E27FC236}">
                <a16:creationId xmlns:a16="http://schemas.microsoft.com/office/drawing/2014/main" id="{D4CC8E29-0B60-4773-80B0-EBEB5B0297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8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two thi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BEB17312-2F2A-4926-832D-51AD5F67E4A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43017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BEB17312-2F2A-4926-832D-51AD5F67E4A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B0000"/>
              </a:gs>
              <a:gs pos="100000">
                <a:srgbClr val="9A0000"/>
              </a:gs>
            </a:gsLst>
            <a:lin ang="810000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6520503" cy="513982"/>
          </a:xfrm>
          <a:prstGeom prst="rect">
            <a:avLst/>
          </a:prstGeom>
        </p:spPr>
        <p:txBody>
          <a:bodyPr vert="horz"/>
          <a:lstStyle>
            <a:lvl1pPr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D003A8D-BC95-43D9-BC5C-2FEF616BB9DB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6" name="Gráfico 10">
            <a:extLst>
              <a:ext uri="{FF2B5EF4-FFF2-40B4-BE49-F238E27FC236}">
                <a16:creationId xmlns:a16="http://schemas.microsoft.com/office/drawing/2014/main" id="{54E025C4-A1BA-4C98-A8CD-3BDD8B868A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93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Big statement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E1B88D7-F3EA-4624-97FC-0D64C40733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806427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E1B88D7-F3EA-4624-97FC-0D64C40733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ACF44E4-B4E3-4EAA-9310-3294C94E3CB5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5" name="Gráfico 10">
            <a:extLst>
              <a:ext uri="{FF2B5EF4-FFF2-40B4-BE49-F238E27FC236}">
                <a16:creationId xmlns:a16="http://schemas.microsoft.com/office/drawing/2014/main" id="{7DB0C140-313B-405F-8A56-FC89E056A2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7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Big statement ic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ED1892E-5FEA-4B53-9DF5-590D7700F15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110448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ED1892E-5FEA-4B53-9DF5-590D7700F15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464460" y="625475"/>
            <a:ext cx="932688" cy="932688"/>
          </a:xfrm>
          <a:prstGeom prst="rect">
            <a:avLst/>
          </a:prstGeom>
          <a:noFill/>
          <a:ln>
            <a:solidFill>
              <a:srgbClr val="FF5D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" y="3826333"/>
            <a:ext cx="11263080" cy="1606550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rgbClr val="FF5D5D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936192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Quote">
    <p:bg>
      <p:bgPr>
        <a:solidFill>
          <a:srgbClr val="75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792517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rgbClr val="EB0000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CFD8C34-B094-40FA-BCD2-A53BF839DFFE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9" name="Gráfico 10">
            <a:extLst>
              <a:ext uri="{FF2B5EF4-FFF2-40B4-BE49-F238E27FC236}">
                <a16:creationId xmlns:a16="http://schemas.microsoft.com/office/drawing/2014/main" id="{150F66BA-028D-457F-A0EA-433FE29A42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94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7868D3E2-46D0-42D1-A6CC-95BEC51551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59646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7868D3E2-46D0-42D1-A6CC-95BEC51551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3993" y="584063"/>
            <a:ext cx="11199207" cy="51398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33598AD-BB87-4E36-B5D4-6BB9DCA2CE42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4" name="Gráfico 10">
            <a:extLst>
              <a:ext uri="{FF2B5EF4-FFF2-40B4-BE49-F238E27FC236}">
                <a16:creationId xmlns:a16="http://schemas.microsoft.com/office/drawing/2014/main" id="{79D39F73-109E-4621-B74E-D6F44A1B85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375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able of content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F936FC0-E118-4105-AE8C-54C0999C85A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80256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F936FC0-E118-4105-AE8C-54C0999C8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46446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4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81900304-BCAB-4813-B4EF-C8D25B5C9D67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8" name="Gráfico 10">
            <a:extLst>
              <a:ext uri="{FF2B5EF4-FFF2-40B4-BE49-F238E27FC236}">
                <a16:creationId xmlns:a16="http://schemas.microsoft.com/office/drawing/2014/main" id="{6D571C85-1D72-4A85-910A-53710732CA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90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1EB62F5-B4AE-4E4A-A05F-881CF5F72E5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30538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1EB62F5-B4AE-4E4A-A05F-881CF5F72E5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05F51A5-7A1B-4886-8C3E-D4D78F6DE8A6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0" name="Gráfico 10">
            <a:extLst>
              <a:ext uri="{FF2B5EF4-FFF2-40B4-BE49-F238E27FC236}">
                <a16:creationId xmlns:a16="http://schemas.microsoft.com/office/drawing/2014/main" id="{6BACCB2D-86B1-4446-B9B5-052CDE8E48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2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CC2B1D6-60DB-45B3-B100-74F55C0088B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91228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CC2B1D6-60DB-45B3-B100-74F55C0088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57118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0A376192-8D77-447F-B976-D3C872F8493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50493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0A376192-8D77-447F-B976-D3C872F84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/>
          <p:cNvSpPr txBox="1">
            <a:spLocks/>
          </p:cNvSpPr>
          <p:nvPr/>
        </p:nvSpPr>
        <p:spPr>
          <a:xfrm>
            <a:off x="639044" y="2966151"/>
            <a:ext cx="3199529" cy="72019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20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D768E09-C474-4597-A607-4490C6DA81B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21826" y="1802755"/>
            <a:ext cx="6209072" cy="3046988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13221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D.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41896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1F8FC4-54E5-4947-8802-04B5A8729DB4}"/>
              </a:ext>
            </a:extLst>
          </p:cNvPr>
          <p:cNvSpPr/>
          <p:nvPr userDrawn="1"/>
        </p:nvSpPr>
        <p:spPr>
          <a:xfrm>
            <a:off x="820237" y="3464159"/>
            <a:ext cx="2446172" cy="248603"/>
          </a:xfrm>
          <a:custGeom>
            <a:avLst/>
            <a:gdLst/>
            <a:ahLst/>
            <a:cxnLst/>
            <a:rect l="l" t="t" r="r" b="b"/>
            <a:pathLst>
              <a:path w="2446172" h="248603">
                <a:moveTo>
                  <a:pt x="2218258" y="75686"/>
                </a:moveTo>
                <a:cubicBezTo>
                  <a:pt x="2202560" y="75848"/>
                  <a:pt x="2190935" y="80359"/>
                  <a:pt x="2183385" y="89222"/>
                </a:cubicBezTo>
                <a:cubicBezTo>
                  <a:pt x="2175835" y="98084"/>
                  <a:pt x="2172083" y="110330"/>
                  <a:pt x="2172129" y="125959"/>
                </a:cubicBezTo>
                <a:cubicBezTo>
                  <a:pt x="2172037" y="140289"/>
                  <a:pt x="2175052" y="151821"/>
                  <a:pt x="2181175" y="160557"/>
                </a:cubicBezTo>
                <a:cubicBezTo>
                  <a:pt x="2187298" y="169292"/>
                  <a:pt x="2197081" y="173781"/>
                  <a:pt x="2210524" y="174023"/>
                </a:cubicBezTo>
                <a:cubicBezTo>
                  <a:pt x="2216451" y="173988"/>
                  <a:pt x="2221861" y="173090"/>
                  <a:pt x="2226752" y="171329"/>
                </a:cubicBezTo>
                <a:cubicBezTo>
                  <a:pt x="2231644" y="169568"/>
                  <a:pt x="2236086" y="167151"/>
                  <a:pt x="2240080" y="164078"/>
                </a:cubicBezTo>
                <a:lnTo>
                  <a:pt x="2240080" y="77344"/>
                </a:lnTo>
                <a:cubicBezTo>
                  <a:pt x="2236926" y="76791"/>
                  <a:pt x="2233566" y="76377"/>
                  <a:pt x="2229998" y="76101"/>
                </a:cubicBezTo>
                <a:cubicBezTo>
                  <a:pt x="2226430" y="75825"/>
                  <a:pt x="2222517" y="75686"/>
                  <a:pt x="2218258" y="75686"/>
                </a:cubicBezTo>
                <a:close/>
                <a:moveTo>
                  <a:pt x="1789633" y="75686"/>
                </a:moveTo>
                <a:cubicBezTo>
                  <a:pt x="1773935" y="75848"/>
                  <a:pt x="1762310" y="80359"/>
                  <a:pt x="1754760" y="89222"/>
                </a:cubicBezTo>
                <a:cubicBezTo>
                  <a:pt x="1747210" y="98084"/>
                  <a:pt x="1743458" y="110330"/>
                  <a:pt x="1743504" y="125959"/>
                </a:cubicBezTo>
                <a:cubicBezTo>
                  <a:pt x="1743412" y="140289"/>
                  <a:pt x="1746427" y="151821"/>
                  <a:pt x="1752550" y="160557"/>
                </a:cubicBezTo>
                <a:cubicBezTo>
                  <a:pt x="1758673" y="169292"/>
                  <a:pt x="1768456" y="173781"/>
                  <a:pt x="1781899" y="174023"/>
                </a:cubicBezTo>
                <a:cubicBezTo>
                  <a:pt x="1787826" y="173988"/>
                  <a:pt x="1793236" y="173090"/>
                  <a:pt x="1798127" y="171329"/>
                </a:cubicBezTo>
                <a:cubicBezTo>
                  <a:pt x="1803019" y="169568"/>
                  <a:pt x="1807461" y="167151"/>
                  <a:pt x="1811455" y="164078"/>
                </a:cubicBezTo>
                <a:lnTo>
                  <a:pt x="1811455" y="77344"/>
                </a:lnTo>
                <a:cubicBezTo>
                  <a:pt x="1808302" y="76791"/>
                  <a:pt x="1804941" y="76377"/>
                  <a:pt x="1801373" y="76101"/>
                </a:cubicBezTo>
                <a:cubicBezTo>
                  <a:pt x="1797805" y="75825"/>
                  <a:pt x="1793892" y="75686"/>
                  <a:pt x="1789633" y="75686"/>
                </a:cubicBezTo>
                <a:close/>
                <a:moveTo>
                  <a:pt x="1469508" y="75686"/>
                </a:moveTo>
                <a:cubicBezTo>
                  <a:pt x="1455466" y="75859"/>
                  <a:pt x="1445085" y="80210"/>
                  <a:pt x="1438363" y="88738"/>
                </a:cubicBezTo>
                <a:cubicBezTo>
                  <a:pt x="1431642" y="97267"/>
                  <a:pt x="1428304" y="108937"/>
                  <a:pt x="1428350" y="123750"/>
                </a:cubicBezTo>
                <a:cubicBezTo>
                  <a:pt x="1428460" y="140663"/>
                  <a:pt x="1432108" y="153104"/>
                  <a:pt x="1439296" y="161075"/>
                </a:cubicBezTo>
                <a:cubicBezTo>
                  <a:pt x="1446483" y="169045"/>
                  <a:pt x="1456554" y="172993"/>
                  <a:pt x="1469508" y="172918"/>
                </a:cubicBezTo>
                <a:cubicBezTo>
                  <a:pt x="1483031" y="172762"/>
                  <a:pt x="1493136" y="168446"/>
                  <a:pt x="1499823" y="159970"/>
                </a:cubicBezTo>
                <a:cubicBezTo>
                  <a:pt x="1506510" y="151493"/>
                  <a:pt x="1509848" y="139788"/>
                  <a:pt x="1509836" y="124855"/>
                </a:cubicBezTo>
                <a:cubicBezTo>
                  <a:pt x="1509710" y="108062"/>
                  <a:pt x="1506096" y="95655"/>
                  <a:pt x="1498995" y="87633"/>
                </a:cubicBezTo>
                <a:cubicBezTo>
                  <a:pt x="1491894" y="79611"/>
                  <a:pt x="1482064" y="75629"/>
                  <a:pt x="1469508" y="75686"/>
                </a:cubicBezTo>
                <a:close/>
                <a:moveTo>
                  <a:pt x="523075" y="75686"/>
                </a:moveTo>
                <a:cubicBezTo>
                  <a:pt x="519478" y="75698"/>
                  <a:pt x="515968" y="75882"/>
                  <a:pt x="512544" y="76239"/>
                </a:cubicBezTo>
                <a:cubicBezTo>
                  <a:pt x="509120" y="76596"/>
                  <a:pt x="505817" y="77056"/>
                  <a:pt x="502634" y="77620"/>
                </a:cubicBezTo>
                <a:lnTo>
                  <a:pt x="502634" y="169879"/>
                </a:lnTo>
                <a:cubicBezTo>
                  <a:pt x="510092" y="171859"/>
                  <a:pt x="517551" y="172872"/>
                  <a:pt x="525009" y="172918"/>
                </a:cubicBezTo>
                <a:cubicBezTo>
                  <a:pt x="540212" y="172877"/>
                  <a:pt x="551653" y="168746"/>
                  <a:pt x="559330" y="160522"/>
                </a:cubicBezTo>
                <a:cubicBezTo>
                  <a:pt x="567006" y="152299"/>
                  <a:pt x="570851" y="140225"/>
                  <a:pt x="570862" y="124302"/>
                </a:cubicBezTo>
                <a:cubicBezTo>
                  <a:pt x="571012" y="109346"/>
                  <a:pt x="567329" y="97549"/>
                  <a:pt x="559813" y="88911"/>
                </a:cubicBezTo>
                <a:cubicBezTo>
                  <a:pt x="552297" y="80273"/>
                  <a:pt x="540051" y="75865"/>
                  <a:pt x="523075" y="75686"/>
                </a:cubicBezTo>
                <a:close/>
                <a:moveTo>
                  <a:pt x="1101204" y="75134"/>
                </a:moveTo>
                <a:cubicBezTo>
                  <a:pt x="1090460" y="75163"/>
                  <a:pt x="1082185" y="78213"/>
                  <a:pt x="1076379" y="84284"/>
                </a:cubicBezTo>
                <a:cubicBezTo>
                  <a:pt x="1070572" y="90355"/>
                  <a:pt x="1067062" y="99275"/>
                  <a:pt x="1065848" y="111043"/>
                </a:cubicBezTo>
                <a:lnTo>
                  <a:pt x="1134351" y="111043"/>
                </a:lnTo>
                <a:cubicBezTo>
                  <a:pt x="1134282" y="99637"/>
                  <a:pt x="1131382" y="90821"/>
                  <a:pt x="1125650" y="84595"/>
                </a:cubicBezTo>
                <a:cubicBezTo>
                  <a:pt x="1119919" y="78368"/>
                  <a:pt x="1111770" y="75215"/>
                  <a:pt x="1101204" y="75134"/>
                </a:cubicBezTo>
                <a:close/>
                <a:moveTo>
                  <a:pt x="748779" y="75134"/>
                </a:moveTo>
                <a:cubicBezTo>
                  <a:pt x="738035" y="75163"/>
                  <a:pt x="729760" y="78213"/>
                  <a:pt x="723954" y="84284"/>
                </a:cubicBezTo>
                <a:cubicBezTo>
                  <a:pt x="718147" y="90355"/>
                  <a:pt x="714637" y="99275"/>
                  <a:pt x="713423" y="111043"/>
                </a:cubicBezTo>
                <a:lnTo>
                  <a:pt x="781926" y="111043"/>
                </a:lnTo>
                <a:cubicBezTo>
                  <a:pt x="781857" y="99637"/>
                  <a:pt x="778957" y="90821"/>
                  <a:pt x="773225" y="84595"/>
                </a:cubicBezTo>
                <a:cubicBezTo>
                  <a:pt x="767494" y="78368"/>
                  <a:pt x="759345" y="75215"/>
                  <a:pt x="748779" y="75134"/>
                </a:cubicBezTo>
                <a:close/>
                <a:moveTo>
                  <a:pt x="2301050" y="53036"/>
                </a:moveTo>
                <a:lnTo>
                  <a:pt x="2331434" y="53036"/>
                </a:lnTo>
                <a:lnTo>
                  <a:pt x="2331434" y="195568"/>
                </a:lnTo>
                <a:lnTo>
                  <a:pt x="2301050" y="195568"/>
                </a:lnTo>
                <a:close/>
                <a:moveTo>
                  <a:pt x="157925" y="53036"/>
                </a:moveTo>
                <a:lnTo>
                  <a:pt x="188309" y="53036"/>
                </a:lnTo>
                <a:lnTo>
                  <a:pt x="188309" y="195568"/>
                </a:lnTo>
                <a:lnTo>
                  <a:pt x="157925" y="195568"/>
                </a:lnTo>
                <a:close/>
                <a:moveTo>
                  <a:pt x="2419655" y="49721"/>
                </a:moveTo>
                <a:cubicBezTo>
                  <a:pt x="2424454" y="49716"/>
                  <a:pt x="2429219" y="49796"/>
                  <a:pt x="2433950" y="49963"/>
                </a:cubicBezTo>
                <a:cubicBezTo>
                  <a:pt x="2438680" y="50130"/>
                  <a:pt x="2442754" y="50418"/>
                  <a:pt x="2446172" y="50826"/>
                </a:cubicBezTo>
                <a:cubicBezTo>
                  <a:pt x="2446161" y="55534"/>
                  <a:pt x="2445908" y="60275"/>
                  <a:pt x="2445413" y="65052"/>
                </a:cubicBezTo>
                <a:cubicBezTo>
                  <a:pt x="2444918" y="69828"/>
                  <a:pt x="2444250" y="73741"/>
                  <a:pt x="2443410" y="76791"/>
                </a:cubicBezTo>
                <a:cubicBezTo>
                  <a:pt x="2439848" y="76383"/>
                  <a:pt x="2436200" y="76095"/>
                  <a:pt x="2432465" y="75928"/>
                </a:cubicBezTo>
                <a:cubicBezTo>
                  <a:pt x="2428730" y="75761"/>
                  <a:pt x="2424736" y="75681"/>
                  <a:pt x="2420484" y="75686"/>
                </a:cubicBezTo>
                <a:cubicBezTo>
                  <a:pt x="2413026" y="75686"/>
                  <a:pt x="2405567" y="76239"/>
                  <a:pt x="2398109" y="77344"/>
                </a:cubicBezTo>
                <a:lnTo>
                  <a:pt x="2398109" y="195568"/>
                </a:lnTo>
                <a:lnTo>
                  <a:pt x="2367725" y="195568"/>
                </a:lnTo>
                <a:lnTo>
                  <a:pt x="2367725" y="57456"/>
                </a:lnTo>
                <a:cubicBezTo>
                  <a:pt x="2374498" y="55200"/>
                  <a:pt x="2382635" y="53358"/>
                  <a:pt x="2392136" y="51931"/>
                </a:cubicBezTo>
                <a:cubicBezTo>
                  <a:pt x="2401637" y="50504"/>
                  <a:pt x="2410810" y="49767"/>
                  <a:pt x="2419655" y="49721"/>
                </a:cubicBezTo>
                <a:close/>
                <a:moveTo>
                  <a:pt x="2218258" y="49721"/>
                </a:moveTo>
                <a:cubicBezTo>
                  <a:pt x="2228133" y="49698"/>
                  <a:pt x="2237318" y="50297"/>
                  <a:pt x="2245812" y="51517"/>
                </a:cubicBezTo>
                <a:cubicBezTo>
                  <a:pt x="2254306" y="52737"/>
                  <a:pt x="2262523" y="54716"/>
                  <a:pt x="2270465" y="57456"/>
                </a:cubicBezTo>
                <a:lnTo>
                  <a:pt x="2270465" y="195568"/>
                </a:lnTo>
                <a:lnTo>
                  <a:pt x="2242566" y="195568"/>
                </a:lnTo>
                <a:lnTo>
                  <a:pt x="2240909" y="178995"/>
                </a:lnTo>
                <a:cubicBezTo>
                  <a:pt x="2237111" y="185141"/>
                  <a:pt x="2232069" y="189975"/>
                  <a:pt x="2225785" y="193496"/>
                </a:cubicBezTo>
                <a:cubicBezTo>
                  <a:pt x="2219501" y="197018"/>
                  <a:pt x="2211560" y="198814"/>
                  <a:pt x="2201961" y="198883"/>
                </a:cubicBezTo>
                <a:cubicBezTo>
                  <a:pt x="2183477" y="198745"/>
                  <a:pt x="2168791" y="192392"/>
                  <a:pt x="2157903" y="179823"/>
                </a:cubicBezTo>
                <a:cubicBezTo>
                  <a:pt x="2147015" y="167255"/>
                  <a:pt x="2141445" y="149300"/>
                  <a:pt x="2141191" y="125959"/>
                </a:cubicBezTo>
                <a:cubicBezTo>
                  <a:pt x="2141209" y="101514"/>
                  <a:pt x="2147665" y="82730"/>
                  <a:pt x="2160562" y="69610"/>
                </a:cubicBezTo>
                <a:cubicBezTo>
                  <a:pt x="2173458" y="56489"/>
                  <a:pt x="2192690" y="49859"/>
                  <a:pt x="2218258" y="49721"/>
                </a:cubicBezTo>
                <a:close/>
                <a:moveTo>
                  <a:pt x="1789633" y="49721"/>
                </a:moveTo>
                <a:cubicBezTo>
                  <a:pt x="1799508" y="49698"/>
                  <a:pt x="1808693" y="50297"/>
                  <a:pt x="1817187" y="51517"/>
                </a:cubicBezTo>
                <a:cubicBezTo>
                  <a:pt x="1825681" y="52737"/>
                  <a:pt x="1833899" y="54716"/>
                  <a:pt x="1841840" y="57456"/>
                </a:cubicBezTo>
                <a:lnTo>
                  <a:pt x="1841840" y="195568"/>
                </a:lnTo>
                <a:lnTo>
                  <a:pt x="1813941" y="195568"/>
                </a:lnTo>
                <a:lnTo>
                  <a:pt x="1812284" y="178995"/>
                </a:lnTo>
                <a:cubicBezTo>
                  <a:pt x="1808486" y="185141"/>
                  <a:pt x="1803445" y="189975"/>
                  <a:pt x="1797160" y="193496"/>
                </a:cubicBezTo>
                <a:cubicBezTo>
                  <a:pt x="1790876" y="197018"/>
                  <a:pt x="1782935" y="198814"/>
                  <a:pt x="1773336" y="198883"/>
                </a:cubicBezTo>
                <a:cubicBezTo>
                  <a:pt x="1754852" y="198745"/>
                  <a:pt x="1740166" y="192392"/>
                  <a:pt x="1729278" y="179823"/>
                </a:cubicBezTo>
                <a:cubicBezTo>
                  <a:pt x="1718390" y="167255"/>
                  <a:pt x="1712820" y="149300"/>
                  <a:pt x="1712567" y="125959"/>
                </a:cubicBezTo>
                <a:cubicBezTo>
                  <a:pt x="1712584" y="101514"/>
                  <a:pt x="1719041" y="82730"/>
                  <a:pt x="1731937" y="69610"/>
                </a:cubicBezTo>
                <a:cubicBezTo>
                  <a:pt x="1744833" y="56489"/>
                  <a:pt x="1764065" y="49859"/>
                  <a:pt x="1789633" y="49721"/>
                </a:cubicBezTo>
                <a:close/>
                <a:moveTo>
                  <a:pt x="1622870" y="49721"/>
                </a:moveTo>
                <a:cubicBezTo>
                  <a:pt x="1647903" y="49842"/>
                  <a:pt x="1665443" y="54503"/>
                  <a:pt x="1675491" y="63705"/>
                </a:cubicBezTo>
                <a:cubicBezTo>
                  <a:pt x="1685538" y="72907"/>
                  <a:pt x="1690372" y="85924"/>
                  <a:pt x="1689992" y="102757"/>
                </a:cubicBezTo>
                <a:lnTo>
                  <a:pt x="1689992" y="195568"/>
                </a:lnTo>
                <a:lnTo>
                  <a:pt x="1659608" y="195568"/>
                </a:lnTo>
                <a:lnTo>
                  <a:pt x="1659608" y="108005"/>
                </a:lnTo>
                <a:cubicBezTo>
                  <a:pt x="1659941" y="97111"/>
                  <a:pt x="1657478" y="88997"/>
                  <a:pt x="1652219" y="83662"/>
                </a:cubicBezTo>
                <a:cubicBezTo>
                  <a:pt x="1646959" y="78328"/>
                  <a:pt x="1636900" y="75669"/>
                  <a:pt x="1622041" y="75686"/>
                </a:cubicBezTo>
                <a:cubicBezTo>
                  <a:pt x="1618416" y="75692"/>
                  <a:pt x="1614548" y="75888"/>
                  <a:pt x="1610440" y="76273"/>
                </a:cubicBezTo>
                <a:cubicBezTo>
                  <a:pt x="1606331" y="76659"/>
                  <a:pt x="1602187" y="77200"/>
                  <a:pt x="1598009" y="77896"/>
                </a:cubicBezTo>
                <a:lnTo>
                  <a:pt x="1598009" y="195568"/>
                </a:lnTo>
                <a:lnTo>
                  <a:pt x="1567625" y="195568"/>
                </a:lnTo>
                <a:lnTo>
                  <a:pt x="1567625" y="57456"/>
                </a:lnTo>
                <a:cubicBezTo>
                  <a:pt x="1577471" y="55079"/>
                  <a:pt x="1587265" y="53203"/>
                  <a:pt x="1597008" y="51828"/>
                </a:cubicBezTo>
                <a:cubicBezTo>
                  <a:pt x="1606751" y="50452"/>
                  <a:pt x="1615371" y="49750"/>
                  <a:pt x="1622870" y="49721"/>
                </a:cubicBezTo>
                <a:close/>
                <a:moveTo>
                  <a:pt x="1470336" y="49721"/>
                </a:moveTo>
                <a:cubicBezTo>
                  <a:pt x="1485815" y="49861"/>
                  <a:pt x="1498777" y="53111"/>
                  <a:pt x="1509223" y="59471"/>
                </a:cubicBezTo>
                <a:cubicBezTo>
                  <a:pt x="1519668" y="65831"/>
                  <a:pt x="1527535" y="74462"/>
                  <a:pt x="1532825" y="85365"/>
                </a:cubicBezTo>
                <a:cubicBezTo>
                  <a:pt x="1538114" y="96267"/>
                  <a:pt x="1540764" y="108602"/>
                  <a:pt x="1540774" y="122369"/>
                </a:cubicBezTo>
                <a:cubicBezTo>
                  <a:pt x="1540555" y="146705"/>
                  <a:pt x="1534018" y="165500"/>
                  <a:pt x="1521162" y="178753"/>
                </a:cubicBezTo>
                <a:cubicBezTo>
                  <a:pt x="1508306" y="192006"/>
                  <a:pt x="1490443" y="198716"/>
                  <a:pt x="1467574" y="198883"/>
                </a:cubicBezTo>
                <a:cubicBezTo>
                  <a:pt x="1452360" y="198743"/>
                  <a:pt x="1439544" y="195493"/>
                  <a:pt x="1429128" y="189133"/>
                </a:cubicBezTo>
                <a:cubicBezTo>
                  <a:pt x="1418711" y="182773"/>
                  <a:pt x="1410827" y="174142"/>
                  <a:pt x="1405475" y="163240"/>
                </a:cubicBezTo>
                <a:cubicBezTo>
                  <a:pt x="1400122" y="152337"/>
                  <a:pt x="1397435" y="140003"/>
                  <a:pt x="1397413" y="126236"/>
                </a:cubicBezTo>
                <a:cubicBezTo>
                  <a:pt x="1397655" y="101899"/>
                  <a:pt x="1404215" y="83104"/>
                  <a:pt x="1417094" y="69851"/>
                </a:cubicBezTo>
                <a:cubicBezTo>
                  <a:pt x="1429973" y="56598"/>
                  <a:pt x="1447720" y="49888"/>
                  <a:pt x="1470336" y="49721"/>
                </a:cubicBezTo>
                <a:close/>
                <a:moveTo>
                  <a:pt x="1329662" y="49721"/>
                </a:moveTo>
                <a:cubicBezTo>
                  <a:pt x="1338351" y="49704"/>
                  <a:pt x="1346454" y="50222"/>
                  <a:pt x="1353969" y="51275"/>
                </a:cubicBezTo>
                <a:cubicBezTo>
                  <a:pt x="1361485" y="52328"/>
                  <a:pt x="1368483" y="54020"/>
                  <a:pt x="1374963" y="56351"/>
                </a:cubicBezTo>
                <a:cubicBezTo>
                  <a:pt x="1374709" y="60316"/>
                  <a:pt x="1374249" y="64263"/>
                  <a:pt x="1373581" y="68194"/>
                </a:cubicBezTo>
                <a:cubicBezTo>
                  <a:pt x="1372914" y="72124"/>
                  <a:pt x="1371901" y="76279"/>
                  <a:pt x="1370543" y="80659"/>
                </a:cubicBezTo>
                <a:cubicBezTo>
                  <a:pt x="1364092" y="78604"/>
                  <a:pt x="1357589" y="77119"/>
                  <a:pt x="1351035" y="76204"/>
                </a:cubicBezTo>
                <a:cubicBezTo>
                  <a:pt x="1344480" y="75289"/>
                  <a:pt x="1337632" y="74841"/>
                  <a:pt x="1330490" y="74858"/>
                </a:cubicBezTo>
                <a:cubicBezTo>
                  <a:pt x="1321018" y="74933"/>
                  <a:pt x="1314550" y="76302"/>
                  <a:pt x="1311086" y="78967"/>
                </a:cubicBezTo>
                <a:cubicBezTo>
                  <a:pt x="1307621" y="81631"/>
                  <a:pt x="1305987" y="85141"/>
                  <a:pt x="1306182" y="89498"/>
                </a:cubicBezTo>
                <a:cubicBezTo>
                  <a:pt x="1306165" y="94504"/>
                  <a:pt x="1307926" y="98510"/>
                  <a:pt x="1311465" y="101514"/>
                </a:cubicBezTo>
                <a:cubicBezTo>
                  <a:pt x="1315004" y="104517"/>
                  <a:pt x="1320425" y="107142"/>
                  <a:pt x="1327728" y="109386"/>
                </a:cubicBezTo>
                <a:lnTo>
                  <a:pt x="1342368" y="114082"/>
                </a:lnTo>
                <a:cubicBezTo>
                  <a:pt x="1355414" y="118104"/>
                  <a:pt x="1364955" y="123456"/>
                  <a:pt x="1370992" y="130137"/>
                </a:cubicBezTo>
                <a:cubicBezTo>
                  <a:pt x="1377029" y="136819"/>
                  <a:pt x="1380009" y="145554"/>
                  <a:pt x="1379935" y="156344"/>
                </a:cubicBezTo>
                <a:cubicBezTo>
                  <a:pt x="1379865" y="169114"/>
                  <a:pt x="1375032" y="179346"/>
                  <a:pt x="1365433" y="187040"/>
                </a:cubicBezTo>
                <a:cubicBezTo>
                  <a:pt x="1355834" y="194734"/>
                  <a:pt x="1341885" y="198681"/>
                  <a:pt x="1323585" y="198883"/>
                </a:cubicBezTo>
                <a:cubicBezTo>
                  <a:pt x="1313428" y="198906"/>
                  <a:pt x="1304393" y="198169"/>
                  <a:pt x="1296480" y="196673"/>
                </a:cubicBezTo>
                <a:cubicBezTo>
                  <a:pt x="1288567" y="195177"/>
                  <a:pt x="1281397" y="192783"/>
                  <a:pt x="1274969" y="189491"/>
                </a:cubicBezTo>
                <a:cubicBezTo>
                  <a:pt x="1275245" y="183863"/>
                  <a:pt x="1275729" y="178960"/>
                  <a:pt x="1276419" y="174782"/>
                </a:cubicBezTo>
                <a:cubicBezTo>
                  <a:pt x="1277110" y="170604"/>
                  <a:pt x="1278008" y="166944"/>
                  <a:pt x="1279112" y="163802"/>
                </a:cubicBezTo>
                <a:cubicBezTo>
                  <a:pt x="1285661" y="166985"/>
                  <a:pt x="1292866" y="169390"/>
                  <a:pt x="1300727" y="171019"/>
                </a:cubicBezTo>
                <a:cubicBezTo>
                  <a:pt x="1308588" y="172647"/>
                  <a:pt x="1315931" y="173464"/>
                  <a:pt x="1322756" y="173470"/>
                </a:cubicBezTo>
                <a:cubicBezTo>
                  <a:pt x="1331497" y="173516"/>
                  <a:pt x="1338184" y="172250"/>
                  <a:pt x="1342817" y="169672"/>
                </a:cubicBezTo>
                <a:cubicBezTo>
                  <a:pt x="1347449" y="167094"/>
                  <a:pt x="1349786" y="162928"/>
                  <a:pt x="1349826" y="157173"/>
                </a:cubicBezTo>
                <a:cubicBezTo>
                  <a:pt x="1349757" y="152189"/>
                  <a:pt x="1347823" y="148345"/>
                  <a:pt x="1344025" y="145640"/>
                </a:cubicBezTo>
                <a:cubicBezTo>
                  <a:pt x="1340227" y="142936"/>
                  <a:pt x="1334979" y="140611"/>
                  <a:pt x="1328281" y="138666"/>
                </a:cubicBezTo>
                <a:lnTo>
                  <a:pt x="1314193" y="134246"/>
                </a:lnTo>
                <a:cubicBezTo>
                  <a:pt x="1300434" y="129821"/>
                  <a:pt x="1290731" y="123963"/>
                  <a:pt x="1285086" y="116671"/>
                </a:cubicBezTo>
                <a:cubicBezTo>
                  <a:pt x="1279440" y="109380"/>
                  <a:pt x="1276713" y="100691"/>
                  <a:pt x="1276903" y="90603"/>
                </a:cubicBezTo>
                <a:cubicBezTo>
                  <a:pt x="1276926" y="77781"/>
                  <a:pt x="1281368" y="67791"/>
                  <a:pt x="1290231" y="60632"/>
                </a:cubicBezTo>
                <a:cubicBezTo>
                  <a:pt x="1299093" y="53473"/>
                  <a:pt x="1312236" y="49836"/>
                  <a:pt x="1329662" y="49721"/>
                </a:cubicBezTo>
                <a:close/>
                <a:moveTo>
                  <a:pt x="1238555" y="49721"/>
                </a:moveTo>
                <a:cubicBezTo>
                  <a:pt x="1243354" y="49716"/>
                  <a:pt x="1248119" y="49796"/>
                  <a:pt x="1252850" y="49963"/>
                </a:cubicBezTo>
                <a:cubicBezTo>
                  <a:pt x="1257580" y="50130"/>
                  <a:pt x="1261654" y="50418"/>
                  <a:pt x="1265073" y="50826"/>
                </a:cubicBezTo>
                <a:cubicBezTo>
                  <a:pt x="1265061" y="55534"/>
                  <a:pt x="1264808" y="60275"/>
                  <a:pt x="1264313" y="65052"/>
                </a:cubicBezTo>
                <a:cubicBezTo>
                  <a:pt x="1263818" y="69828"/>
                  <a:pt x="1263151" y="73741"/>
                  <a:pt x="1262310" y="76791"/>
                </a:cubicBezTo>
                <a:cubicBezTo>
                  <a:pt x="1258748" y="76383"/>
                  <a:pt x="1255100" y="76095"/>
                  <a:pt x="1251365" y="75928"/>
                </a:cubicBezTo>
                <a:cubicBezTo>
                  <a:pt x="1247630" y="75761"/>
                  <a:pt x="1243636" y="75681"/>
                  <a:pt x="1239384" y="75686"/>
                </a:cubicBezTo>
                <a:cubicBezTo>
                  <a:pt x="1231926" y="75686"/>
                  <a:pt x="1224468" y="76239"/>
                  <a:pt x="1217010" y="77344"/>
                </a:cubicBezTo>
                <a:lnTo>
                  <a:pt x="1217010" y="195568"/>
                </a:lnTo>
                <a:lnTo>
                  <a:pt x="1186625" y="195568"/>
                </a:lnTo>
                <a:lnTo>
                  <a:pt x="1186625" y="57456"/>
                </a:lnTo>
                <a:cubicBezTo>
                  <a:pt x="1193398" y="55200"/>
                  <a:pt x="1201535" y="53358"/>
                  <a:pt x="1211036" y="51931"/>
                </a:cubicBezTo>
                <a:cubicBezTo>
                  <a:pt x="1220537" y="50504"/>
                  <a:pt x="1229710" y="49767"/>
                  <a:pt x="1238555" y="49721"/>
                </a:cubicBezTo>
                <a:close/>
                <a:moveTo>
                  <a:pt x="1102862" y="49721"/>
                </a:moveTo>
                <a:cubicBezTo>
                  <a:pt x="1124425" y="50182"/>
                  <a:pt x="1140204" y="56374"/>
                  <a:pt x="1150200" y="68297"/>
                </a:cubicBezTo>
                <a:cubicBezTo>
                  <a:pt x="1160196" y="80221"/>
                  <a:pt x="1165133" y="95114"/>
                  <a:pt x="1165012" y="112977"/>
                </a:cubicBezTo>
                <a:cubicBezTo>
                  <a:pt x="1165012" y="117201"/>
                  <a:pt x="1164874" y="121183"/>
                  <a:pt x="1164598" y="124924"/>
                </a:cubicBezTo>
                <a:cubicBezTo>
                  <a:pt x="1164322" y="128664"/>
                  <a:pt x="1163908" y="132508"/>
                  <a:pt x="1163355" y="136456"/>
                </a:cubicBezTo>
                <a:lnTo>
                  <a:pt x="1066400" y="136456"/>
                </a:lnTo>
                <a:cubicBezTo>
                  <a:pt x="1068288" y="148731"/>
                  <a:pt x="1072937" y="157881"/>
                  <a:pt x="1080349" y="163906"/>
                </a:cubicBezTo>
                <a:cubicBezTo>
                  <a:pt x="1087762" y="169931"/>
                  <a:pt x="1098212" y="172935"/>
                  <a:pt x="1111701" y="172918"/>
                </a:cubicBezTo>
                <a:cubicBezTo>
                  <a:pt x="1120028" y="172912"/>
                  <a:pt x="1128303" y="172026"/>
                  <a:pt x="1136527" y="170259"/>
                </a:cubicBezTo>
                <a:cubicBezTo>
                  <a:pt x="1144750" y="168492"/>
                  <a:pt x="1152680" y="165880"/>
                  <a:pt x="1160317" y="162421"/>
                </a:cubicBezTo>
                <a:cubicBezTo>
                  <a:pt x="1159758" y="166507"/>
                  <a:pt x="1159079" y="170973"/>
                  <a:pt x="1158279" y="175818"/>
                </a:cubicBezTo>
                <a:cubicBezTo>
                  <a:pt x="1157479" y="180663"/>
                  <a:pt x="1156593" y="185405"/>
                  <a:pt x="1155621" y="190044"/>
                </a:cubicBezTo>
                <a:cubicBezTo>
                  <a:pt x="1148732" y="193191"/>
                  <a:pt x="1141585" y="195459"/>
                  <a:pt x="1134179" y="196846"/>
                </a:cubicBezTo>
                <a:cubicBezTo>
                  <a:pt x="1126772" y="198233"/>
                  <a:pt x="1119004" y="198912"/>
                  <a:pt x="1110872" y="198883"/>
                </a:cubicBezTo>
                <a:cubicBezTo>
                  <a:pt x="1085494" y="198693"/>
                  <a:pt x="1066573" y="192029"/>
                  <a:pt x="1054108" y="178891"/>
                </a:cubicBezTo>
                <a:cubicBezTo>
                  <a:pt x="1041643" y="165753"/>
                  <a:pt x="1035428" y="147281"/>
                  <a:pt x="1035463" y="123473"/>
                </a:cubicBezTo>
                <a:cubicBezTo>
                  <a:pt x="1035400" y="109606"/>
                  <a:pt x="1037644" y="97135"/>
                  <a:pt x="1042194" y="86060"/>
                </a:cubicBezTo>
                <a:cubicBezTo>
                  <a:pt x="1046745" y="74986"/>
                  <a:pt x="1053982" y="66198"/>
                  <a:pt x="1063904" y="59696"/>
                </a:cubicBezTo>
                <a:cubicBezTo>
                  <a:pt x="1073826" y="53195"/>
                  <a:pt x="1086812" y="49870"/>
                  <a:pt x="1102862" y="49721"/>
                </a:cubicBezTo>
                <a:close/>
                <a:moveTo>
                  <a:pt x="750437" y="49721"/>
                </a:moveTo>
                <a:cubicBezTo>
                  <a:pt x="772000" y="50182"/>
                  <a:pt x="787779" y="56374"/>
                  <a:pt x="797775" y="68297"/>
                </a:cubicBezTo>
                <a:cubicBezTo>
                  <a:pt x="807771" y="80221"/>
                  <a:pt x="812708" y="95114"/>
                  <a:pt x="812587" y="112977"/>
                </a:cubicBezTo>
                <a:cubicBezTo>
                  <a:pt x="812587" y="117201"/>
                  <a:pt x="812449" y="121183"/>
                  <a:pt x="812173" y="124924"/>
                </a:cubicBezTo>
                <a:cubicBezTo>
                  <a:pt x="811897" y="128664"/>
                  <a:pt x="811482" y="132508"/>
                  <a:pt x="810930" y="136456"/>
                </a:cubicBezTo>
                <a:lnTo>
                  <a:pt x="713975" y="136456"/>
                </a:lnTo>
                <a:cubicBezTo>
                  <a:pt x="715863" y="148731"/>
                  <a:pt x="720512" y="157881"/>
                  <a:pt x="727924" y="163906"/>
                </a:cubicBezTo>
                <a:cubicBezTo>
                  <a:pt x="735337" y="169931"/>
                  <a:pt x="745787" y="172935"/>
                  <a:pt x="759276" y="172918"/>
                </a:cubicBezTo>
                <a:cubicBezTo>
                  <a:pt x="767603" y="172912"/>
                  <a:pt x="775878" y="172026"/>
                  <a:pt x="784102" y="170259"/>
                </a:cubicBezTo>
                <a:cubicBezTo>
                  <a:pt x="792325" y="168492"/>
                  <a:pt x="800255" y="165880"/>
                  <a:pt x="807892" y="162421"/>
                </a:cubicBezTo>
                <a:cubicBezTo>
                  <a:pt x="807333" y="166507"/>
                  <a:pt x="806654" y="170973"/>
                  <a:pt x="805854" y="175818"/>
                </a:cubicBezTo>
                <a:cubicBezTo>
                  <a:pt x="805055" y="180663"/>
                  <a:pt x="804168" y="185405"/>
                  <a:pt x="803196" y="190044"/>
                </a:cubicBezTo>
                <a:cubicBezTo>
                  <a:pt x="796307" y="193191"/>
                  <a:pt x="789160" y="195459"/>
                  <a:pt x="781754" y="196846"/>
                </a:cubicBezTo>
                <a:cubicBezTo>
                  <a:pt x="774347" y="198233"/>
                  <a:pt x="766579" y="198912"/>
                  <a:pt x="758447" y="198883"/>
                </a:cubicBezTo>
                <a:cubicBezTo>
                  <a:pt x="733069" y="198693"/>
                  <a:pt x="714148" y="192029"/>
                  <a:pt x="701683" y="178891"/>
                </a:cubicBezTo>
                <a:cubicBezTo>
                  <a:pt x="689218" y="165753"/>
                  <a:pt x="683003" y="147281"/>
                  <a:pt x="683038" y="123473"/>
                </a:cubicBezTo>
                <a:cubicBezTo>
                  <a:pt x="682975" y="109606"/>
                  <a:pt x="685219" y="97135"/>
                  <a:pt x="689769" y="86060"/>
                </a:cubicBezTo>
                <a:cubicBezTo>
                  <a:pt x="694320" y="74986"/>
                  <a:pt x="701557" y="66198"/>
                  <a:pt x="711479" y="59696"/>
                </a:cubicBezTo>
                <a:cubicBezTo>
                  <a:pt x="721401" y="53195"/>
                  <a:pt x="734387" y="49870"/>
                  <a:pt x="750437" y="49721"/>
                </a:cubicBezTo>
                <a:close/>
                <a:moveTo>
                  <a:pt x="525285" y="49721"/>
                </a:moveTo>
                <a:cubicBezTo>
                  <a:pt x="551302" y="49859"/>
                  <a:pt x="570534" y="56213"/>
                  <a:pt x="582981" y="68781"/>
                </a:cubicBezTo>
                <a:cubicBezTo>
                  <a:pt x="595429" y="81349"/>
                  <a:pt x="601609" y="99304"/>
                  <a:pt x="601523" y="122645"/>
                </a:cubicBezTo>
                <a:cubicBezTo>
                  <a:pt x="601437" y="147091"/>
                  <a:pt x="595049" y="165874"/>
                  <a:pt x="582360" y="178995"/>
                </a:cubicBezTo>
                <a:cubicBezTo>
                  <a:pt x="569671" y="192115"/>
                  <a:pt x="551198" y="198745"/>
                  <a:pt x="526942" y="198883"/>
                </a:cubicBezTo>
                <a:cubicBezTo>
                  <a:pt x="517597" y="198837"/>
                  <a:pt x="509494" y="197824"/>
                  <a:pt x="502634" y="195844"/>
                </a:cubicBezTo>
                <a:lnTo>
                  <a:pt x="502634" y="248603"/>
                </a:lnTo>
                <a:lnTo>
                  <a:pt x="472250" y="248603"/>
                </a:lnTo>
                <a:lnTo>
                  <a:pt x="472250" y="57456"/>
                </a:lnTo>
                <a:cubicBezTo>
                  <a:pt x="479587" y="55200"/>
                  <a:pt x="487908" y="53358"/>
                  <a:pt x="497213" y="51931"/>
                </a:cubicBezTo>
                <a:cubicBezTo>
                  <a:pt x="506519" y="50504"/>
                  <a:pt x="515876" y="49767"/>
                  <a:pt x="525285" y="49721"/>
                </a:cubicBezTo>
                <a:close/>
                <a:moveTo>
                  <a:pt x="283988" y="49721"/>
                </a:moveTo>
                <a:cubicBezTo>
                  <a:pt x="293788" y="49704"/>
                  <a:pt x="302432" y="50567"/>
                  <a:pt x="309919" y="52311"/>
                </a:cubicBezTo>
                <a:cubicBezTo>
                  <a:pt x="317405" y="54055"/>
                  <a:pt x="323770" y="56782"/>
                  <a:pt x="329013" y="60494"/>
                </a:cubicBezTo>
                <a:cubicBezTo>
                  <a:pt x="336925" y="57024"/>
                  <a:pt x="344924" y="54365"/>
                  <a:pt x="353010" y="52518"/>
                </a:cubicBezTo>
                <a:cubicBezTo>
                  <a:pt x="361095" y="50671"/>
                  <a:pt x="369025" y="49739"/>
                  <a:pt x="376800" y="49721"/>
                </a:cubicBezTo>
                <a:cubicBezTo>
                  <a:pt x="399813" y="49842"/>
                  <a:pt x="416006" y="54503"/>
                  <a:pt x="425381" y="63705"/>
                </a:cubicBezTo>
                <a:cubicBezTo>
                  <a:pt x="434755" y="72907"/>
                  <a:pt x="439278" y="85924"/>
                  <a:pt x="438950" y="102757"/>
                </a:cubicBezTo>
                <a:lnTo>
                  <a:pt x="438950" y="195568"/>
                </a:lnTo>
                <a:lnTo>
                  <a:pt x="408565" y="195568"/>
                </a:lnTo>
                <a:lnTo>
                  <a:pt x="408565" y="107176"/>
                </a:lnTo>
                <a:cubicBezTo>
                  <a:pt x="408715" y="96800"/>
                  <a:pt x="406137" y="88963"/>
                  <a:pt x="400831" y="83662"/>
                </a:cubicBezTo>
                <a:cubicBezTo>
                  <a:pt x="395525" y="78362"/>
                  <a:pt x="386594" y="75704"/>
                  <a:pt x="374037" y="75686"/>
                </a:cubicBezTo>
                <a:cubicBezTo>
                  <a:pt x="369031" y="75698"/>
                  <a:pt x="363990" y="76227"/>
                  <a:pt x="358914" y="77275"/>
                </a:cubicBezTo>
                <a:cubicBezTo>
                  <a:pt x="353838" y="78322"/>
                  <a:pt x="348935" y="79818"/>
                  <a:pt x="344205" y="81763"/>
                </a:cubicBezTo>
                <a:cubicBezTo>
                  <a:pt x="346093" y="87794"/>
                  <a:pt x="347013" y="94792"/>
                  <a:pt x="346967" y="102757"/>
                </a:cubicBezTo>
                <a:lnTo>
                  <a:pt x="346967" y="195568"/>
                </a:lnTo>
                <a:lnTo>
                  <a:pt x="316582" y="195568"/>
                </a:lnTo>
                <a:lnTo>
                  <a:pt x="316582" y="106900"/>
                </a:lnTo>
                <a:cubicBezTo>
                  <a:pt x="316738" y="96657"/>
                  <a:pt x="314079" y="88899"/>
                  <a:pt x="308607" y="83628"/>
                </a:cubicBezTo>
                <a:cubicBezTo>
                  <a:pt x="303134" y="78357"/>
                  <a:pt x="293915" y="75710"/>
                  <a:pt x="280949" y="75686"/>
                </a:cubicBezTo>
                <a:cubicBezTo>
                  <a:pt x="276639" y="75686"/>
                  <a:pt x="272277" y="75894"/>
                  <a:pt x="267863" y="76308"/>
                </a:cubicBezTo>
                <a:cubicBezTo>
                  <a:pt x="263450" y="76722"/>
                  <a:pt x="259157" y="77344"/>
                  <a:pt x="254984" y="78173"/>
                </a:cubicBezTo>
                <a:lnTo>
                  <a:pt x="254984" y="195568"/>
                </a:lnTo>
                <a:lnTo>
                  <a:pt x="224600" y="195568"/>
                </a:lnTo>
                <a:lnTo>
                  <a:pt x="224600" y="57456"/>
                </a:lnTo>
                <a:cubicBezTo>
                  <a:pt x="234360" y="55079"/>
                  <a:pt x="244327" y="53203"/>
                  <a:pt x="254501" y="51828"/>
                </a:cubicBezTo>
                <a:cubicBezTo>
                  <a:pt x="264675" y="50452"/>
                  <a:pt x="274504" y="49750"/>
                  <a:pt x="283988" y="49721"/>
                </a:cubicBezTo>
                <a:close/>
                <a:moveTo>
                  <a:pt x="944528" y="28452"/>
                </a:moveTo>
                <a:cubicBezTo>
                  <a:pt x="941173" y="28435"/>
                  <a:pt x="937593" y="28538"/>
                  <a:pt x="933789" y="28763"/>
                </a:cubicBezTo>
                <a:cubicBezTo>
                  <a:pt x="929986" y="28987"/>
                  <a:pt x="926199" y="29436"/>
                  <a:pt x="922430" y="30109"/>
                </a:cubicBezTo>
                <a:lnTo>
                  <a:pt x="922430" y="101375"/>
                </a:lnTo>
                <a:lnTo>
                  <a:pt x="945633" y="101375"/>
                </a:lnTo>
                <a:cubicBezTo>
                  <a:pt x="960790" y="101312"/>
                  <a:pt x="972047" y="98193"/>
                  <a:pt x="979401" y="92018"/>
                </a:cubicBezTo>
                <a:cubicBezTo>
                  <a:pt x="986756" y="85844"/>
                  <a:pt x="990416" y="76993"/>
                  <a:pt x="990381" y="65466"/>
                </a:cubicBezTo>
                <a:cubicBezTo>
                  <a:pt x="990439" y="52927"/>
                  <a:pt x="986733" y="43616"/>
                  <a:pt x="979263" y="37533"/>
                </a:cubicBezTo>
                <a:cubicBezTo>
                  <a:pt x="971793" y="31450"/>
                  <a:pt x="960215" y="28423"/>
                  <a:pt x="944528" y="28452"/>
                </a:cubicBezTo>
                <a:close/>
                <a:moveTo>
                  <a:pt x="2005917" y="4420"/>
                </a:moveTo>
                <a:lnTo>
                  <a:pt x="2120275" y="4420"/>
                </a:lnTo>
                <a:cubicBezTo>
                  <a:pt x="2119998" y="8558"/>
                  <a:pt x="2119584" y="13127"/>
                  <a:pt x="2119032" y="18128"/>
                </a:cubicBezTo>
                <a:cubicBezTo>
                  <a:pt x="2118479" y="23129"/>
                  <a:pt x="2117789" y="27767"/>
                  <a:pt x="2116960" y="32043"/>
                </a:cubicBezTo>
                <a:lnTo>
                  <a:pt x="2036855" y="32043"/>
                </a:lnTo>
                <a:lnTo>
                  <a:pt x="2036855" y="85631"/>
                </a:lnTo>
                <a:lnTo>
                  <a:pt x="2115026" y="85631"/>
                </a:lnTo>
                <a:cubicBezTo>
                  <a:pt x="2114750" y="89636"/>
                  <a:pt x="2114336" y="94124"/>
                  <a:pt x="2113783" y="99097"/>
                </a:cubicBezTo>
                <a:cubicBezTo>
                  <a:pt x="2113231" y="104069"/>
                  <a:pt x="2112540" y="108695"/>
                  <a:pt x="2111712" y="112977"/>
                </a:cubicBezTo>
                <a:lnTo>
                  <a:pt x="2036855" y="112977"/>
                </a:lnTo>
                <a:lnTo>
                  <a:pt x="2036855" y="195568"/>
                </a:lnTo>
                <a:lnTo>
                  <a:pt x="2005917" y="195568"/>
                </a:lnTo>
                <a:close/>
                <a:moveTo>
                  <a:pt x="1902809" y="2211"/>
                </a:moveTo>
                <a:lnTo>
                  <a:pt x="1902809" y="195568"/>
                </a:lnTo>
                <a:lnTo>
                  <a:pt x="1872425" y="195568"/>
                </a:lnTo>
                <a:lnTo>
                  <a:pt x="1872425" y="6630"/>
                </a:lnTo>
                <a:cubicBezTo>
                  <a:pt x="1876488" y="5479"/>
                  <a:pt x="1881345" y="4466"/>
                  <a:pt x="1886996" y="3592"/>
                </a:cubicBezTo>
                <a:cubicBezTo>
                  <a:pt x="1892647" y="2717"/>
                  <a:pt x="1897918" y="2257"/>
                  <a:pt x="1902809" y="2211"/>
                </a:cubicBezTo>
                <a:close/>
                <a:moveTo>
                  <a:pt x="655034" y="2211"/>
                </a:moveTo>
                <a:lnTo>
                  <a:pt x="655034" y="195568"/>
                </a:lnTo>
                <a:lnTo>
                  <a:pt x="624650" y="195568"/>
                </a:lnTo>
                <a:lnTo>
                  <a:pt x="624650" y="6630"/>
                </a:lnTo>
                <a:cubicBezTo>
                  <a:pt x="628712" y="5479"/>
                  <a:pt x="633569" y="4466"/>
                  <a:pt x="639221" y="3592"/>
                </a:cubicBezTo>
                <a:cubicBezTo>
                  <a:pt x="644872" y="2717"/>
                  <a:pt x="650143" y="2257"/>
                  <a:pt x="655034" y="2211"/>
                </a:cubicBezTo>
                <a:close/>
                <a:moveTo>
                  <a:pt x="943423" y="1382"/>
                </a:moveTo>
                <a:cubicBezTo>
                  <a:pt x="963261" y="1532"/>
                  <a:pt x="978921" y="4393"/>
                  <a:pt x="990401" y="9965"/>
                </a:cubicBezTo>
                <a:cubicBezTo>
                  <a:pt x="1001882" y="15538"/>
                  <a:pt x="1010032" y="22921"/>
                  <a:pt x="1014852" y="32115"/>
                </a:cubicBezTo>
                <a:cubicBezTo>
                  <a:pt x="1019673" y="41308"/>
                  <a:pt x="1022012" y="51413"/>
                  <a:pt x="1021871" y="62428"/>
                </a:cubicBezTo>
                <a:cubicBezTo>
                  <a:pt x="1021715" y="83283"/>
                  <a:pt x="1015051" y="99373"/>
                  <a:pt x="1001879" y="110698"/>
                </a:cubicBezTo>
                <a:cubicBezTo>
                  <a:pt x="988706" y="122023"/>
                  <a:pt x="969958" y="127755"/>
                  <a:pt x="945633" y="127893"/>
                </a:cubicBezTo>
                <a:lnTo>
                  <a:pt x="922430" y="127893"/>
                </a:lnTo>
                <a:lnTo>
                  <a:pt x="922430" y="195292"/>
                </a:lnTo>
                <a:lnTo>
                  <a:pt x="891492" y="195292"/>
                </a:lnTo>
                <a:lnTo>
                  <a:pt x="891492" y="6906"/>
                </a:lnTo>
                <a:cubicBezTo>
                  <a:pt x="898473" y="5347"/>
                  <a:pt x="906610" y="4046"/>
                  <a:pt x="915904" y="3005"/>
                </a:cubicBezTo>
                <a:cubicBezTo>
                  <a:pt x="925198" y="1963"/>
                  <a:pt x="934371" y="1422"/>
                  <a:pt x="943423" y="1382"/>
                </a:cubicBezTo>
                <a:close/>
                <a:moveTo>
                  <a:pt x="2316242" y="1106"/>
                </a:moveTo>
                <a:cubicBezTo>
                  <a:pt x="2321738" y="1215"/>
                  <a:pt x="2326215" y="2999"/>
                  <a:pt x="2329673" y="6458"/>
                </a:cubicBezTo>
                <a:cubicBezTo>
                  <a:pt x="2333132" y="9916"/>
                  <a:pt x="2334916" y="14393"/>
                  <a:pt x="2335025" y="19889"/>
                </a:cubicBezTo>
                <a:cubicBezTo>
                  <a:pt x="2334916" y="25385"/>
                  <a:pt x="2333132" y="29862"/>
                  <a:pt x="2329673" y="33320"/>
                </a:cubicBezTo>
                <a:cubicBezTo>
                  <a:pt x="2326215" y="36779"/>
                  <a:pt x="2321738" y="38563"/>
                  <a:pt x="2316242" y="38672"/>
                </a:cubicBezTo>
                <a:cubicBezTo>
                  <a:pt x="2310614" y="38563"/>
                  <a:pt x="2306056" y="36779"/>
                  <a:pt x="2302569" y="33320"/>
                </a:cubicBezTo>
                <a:cubicBezTo>
                  <a:pt x="2299082" y="29862"/>
                  <a:pt x="2297286" y="25385"/>
                  <a:pt x="2297183" y="19889"/>
                </a:cubicBezTo>
                <a:cubicBezTo>
                  <a:pt x="2297286" y="14393"/>
                  <a:pt x="2299082" y="9916"/>
                  <a:pt x="2302569" y="6458"/>
                </a:cubicBezTo>
                <a:cubicBezTo>
                  <a:pt x="2306056" y="2999"/>
                  <a:pt x="2310614" y="1215"/>
                  <a:pt x="2316242" y="1106"/>
                </a:cubicBezTo>
                <a:close/>
                <a:moveTo>
                  <a:pt x="173117" y="1106"/>
                </a:moveTo>
                <a:cubicBezTo>
                  <a:pt x="178613" y="1215"/>
                  <a:pt x="183090" y="2999"/>
                  <a:pt x="186549" y="6458"/>
                </a:cubicBezTo>
                <a:cubicBezTo>
                  <a:pt x="190007" y="9916"/>
                  <a:pt x="191791" y="14393"/>
                  <a:pt x="191900" y="19889"/>
                </a:cubicBezTo>
                <a:cubicBezTo>
                  <a:pt x="191791" y="25385"/>
                  <a:pt x="190007" y="29862"/>
                  <a:pt x="186549" y="33320"/>
                </a:cubicBezTo>
                <a:cubicBezTo>
                  <a:pt x="183090" y="36779"/>
                  <a:pt x="178613" y="38563"/>
                  <a:pt x="173117" y="38672"/>
                </a:cubicBezTo>
                <a:cubicBezTo>
                  <a:pt x="167489" y="38563"/>
                  <a:pt x="162931" y="36779"/>
                  <a:pt x="159444" y="33320"/>
                </a:cubicBezTo>
                <a:cubicBezTo>
                  <a:pt x="155957" y="29862"/>
                  <a:pt x="154161" y="25385"/>
                  <a:pt x="154058" y="19889"/>
                </a:cubicBezTo>
                <a:cubicBezTo>
                  <a:pt x="154161" y="14393"/>
                  <a:pt x="155957" y="9916"/>
                  <a:pt x="159444" y="6458"/>
                </a:cubicBezTo>
                <a:cubicBezTo>
                  <a:pt x="162931" y="2999"/>
                  <a:pt x="167489" y="1215"/>
                  <a:pt x="173117" y="1106"/>
                </a:cubicBezTo>
                <a:close/>
                <a:moveTo>
                  <a:pt x="68228" y="1"/>
                </a:moveTo>
                <a:cubicBezTo>
                  <a:pt x="77205" y="-11"/>
                  <a:pt x="85906" y="634"/>
                  <a:pt x="94331" y="1934"/>
                </a:cubicBezTo>
                <a:cubicBezTo>
                  <a:pt x="102756" y="3235"/>
                  <a:pt x="110904" y="5261"/>
                  <a:pt x="118777" y="8011"/>
                </a:cubicBezTo>
                <a:cubicBezTo>
                  <a:pt x="118357" y="13496"/>
                  <a:pt x="117678" y="18479"/>
                  <a:pt x="116740" y="22962"/>
                </a:cubicBezTo>
                <a:cubicBezTo>
                  <a:pt x="115802" y="27445"/>
                  <a:pt x="114639" y="31669"/>
                  <a:pt x="113252" y="35634"/>
                </a:cubicBezTo>
                <a:cubicBezTo>
                  <a:pt x="105633" y="32883"/>
                  <a:pt x="97807" y="30857"/>
                  <a:pt x="89773" y="29557"/>
                </a:cubicBezTo>
                <a:cubicBezTo>
                  <a:pt x="81740" y="28256"/>
                  <a:pt x="74466" y="27612"/>
                  <a:pt x="67951" y="27623"/>
                </a:cubicBezTo>
                <a:cubicBezTo>
                  <a:pt x="55976" y="27710"/>
                  <a:pt x="47125" y="29885"/>
                  <a:pt x="41399" y="34149"/>
                </a:cubicBezTo>
                <a:cubicBezTo>
                  <a:pt x="35673" y="38413"/>
                  <a:pt x="32831" y="44249"/>
                  <a:pt x="32871" y="51655"/>
                </a:cubicBezTo>
                <a:cubicBezTo>
                  <a:pt x="32917" y="58710"/>
                  <a:pt x="35518" y="64626"/>
                  <a:pt x="40674" y="69402"/>
                </a:cubicBezTo>
                <a:cubicBezTo>
                  <a:pt x="45831" y="74179"/>
                  <a:pt x="53266" y="78575"/>
                  <a:pt x="62979" y="82592"/>
                </a:cubicBezTo>
                <a:lnTo>
                  <a:pt x="77896" y="88945"/>
                </a:lnTo>
                <a:cubicBezTo>
                  <a:pt x="95315" y="96190"/>
                  <a:pt x="107987" y="104282"/>
                  <a:pt x="115911" y="113219"/>
                </a:cubicBezTo>
                <a:cubicBezTo>
                  <a:pt x="123835" y="122156"/>
                  <a:pt x="127737" y="133216"/>
                  <a:pt x="127616" y="146400"/>
                </a:cubicBezTo>
                <a:cubicBezTo>
                  <a:pt x="127593" y="162530"/>
                  <a:pt x="121631" y="175432"/>
                  <a:pt x="109731" y="185106"/>
                </a:cubicBezTo>
                <a:cubicBezTo>
                  <a:pt x="97830" y="194780"/>
                  <a:pt x="80128" y="199740"/>
                  <a:pt x="56626" y="199988"/>
                </a:cubicBezTo>
                <a:cubicBezTo>
                  <a:pt x="45324" y="199999"/>
                  <a:pt x="34989" y="199148"/>
                  <a:pt x="25620" y="197433"/>
                </a:cubicBezTo>
                <a:cubicBezTo>
                  <a:pt x="16251" y="195718"/>
                  <a:pt x="7711" y="193071"/>
                  <a:pt x="0" y="189491"/>
                </a:cubicBezTo>
                <a:cubicBezTo>
                  <a:pt x="271" y="183926"/>
                  <a:pt x="835" y="178966"/>
                  <a:pt x="1692" y="174610"/>
                </a:cubicBezTo>
                <a:cubicBezTo>
                  <a:pt x="2550" y="170253"/>
                  <a:pt x="3735" y="165914"/>
                  <a:pt x="5248" y="161592"/>
                </a:cubicBezTo>
                <a:cubicBezTo>
                  <a:pt x="13173" y="165183"/>
                  <a:pt x="21632" y="167877"/>
                  <a:pt x="30627" y="169672"/>
                </a:cubicBezTo>
                <a:cubicBezTo>
                  <a:pt x="39621" y="171467"/>
                  <a:pt x="48012" y="172365"/>
                  <a:pt x="55798" y="172365"/>
                </a:cubicBezTo>
                <a:cubicBezTo>
                  <a:pt x="68705" y="172359"/>
                  <a:pt x="78592" y="170299"/>
                  <a:pt x="85457" y="166185"/>
                </a:cubicBezTo>
                <a:cubicBezTo>
                  <a:pt x="92323" y="162070"/>
                  <a:pt x="95787" y="155936"/>
                  <a:pt x="95850" y="147781"/>
                </a:cubicBezTo>
                <a:cubicBezTo>
                  <a:pt x="95954" y="140030"/>
                  <a:pt x="93123" y="133642"/>
                  <a:pt x="87356" y="128618"/>
                </a:cubicBezTo>
                <a:cubicBezTo>
                  <a:pt x="81590" y="123594"/>
                  <a:pt x="72268" y="118381"/>
                  <a:pt x="59388" y="112977"/>
                </a:cubicBezTo>
                <a:lnTo>
                  <a:pt x="45301" y="106900"/>
                </a:lnTo>
                <a:cubicBezTo>
                  <a:pt x="32123" y="101473"/>
                  <a:pt x="21603" y="94510"/>
                  <a:pt x="13742" y="86010"/>
                </a:cubicBezTo>
                <a:cubicBezTo>
                  <a:pt x="5881" y="77511"/>
                  <a:pt x="1853" y="66059"/>
                  <a:pt x="1657" y="51655"/>
                </a:cubicBezTo>
                <a:cubicBezTo>
                  <a:pt x="1634" y="35726"/>
                  <a:pt x="7136" y="23181"/>
                  <a:pt x="18162" y="14019"/>
                </a:cubicBezTo>
                <a:cubicBezTo>
                  <a:pt x="29188" y="4858"/>
                  <a:pt x="45877" y="185"/>
                  <a:pt x="68228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1" name="Forma libre: forma 18">
            <a:extLst>
              <a:ext uri="{FF2B5EF4-FFF2-40B4-BE49-F238E27FC236}">
                <a16:creationId xmlns:a16="http://schemas.microsoft.com/office/drawing/2014/main" id="{EB897F3E-95C2-442A-809B-88C740FC4855}"/>
              </a:ext>
            </a:extLst>
          </p:cNvPr>
          <p:cNvSpPr/>
          <p:nvPr userDrawn="1"/>
        </p:nvSpPr>
        <p:spPr>
          <a:xfrm>
            <a:off x="1" y="5229922"/>
            <a:ext cx="12192000" cy="1628078"/>
          </a:xfrm>
          <a:custGeom>
            <a:avLst/>
            <a:gdLst>
              <a:gd name="connsiteX0" fmla="*/ 8943278 w 12192000"/>
              <a:gd name="connsiteY0" fmla="*/ 0 h 1628078"/>
              <a:gd name="connsiteX1" fmla="*/ 12192000 w 12192000"/>
              <a:gd name="connsiteY1" fmla="*/ 0 h 1628078"/>
              <a:gd name="connsiteX2" fmla="*/ 12192000 w 12192000"/>
              <a:gd name="connsiteY2" fmla="*/ 1628078 h 1628078"/>
              <a:gd name="connsiteX3" fmla="*/ 0 w 12192000"/>
              <a:gd name="connsiteY3" fmla="*/ 1628078 h 1628078"/>
              <a:gd name="connsiteX4" fmla="*/ 0 w 12192000"/>
              <a:gd name="connsiteY4" fmla="*/ 1226634 h 1628078"/>
              <a:gd name="connsiteX5" fmla="*/ 8943278 w 12192000"/>
              <a:gd name="connsiteY5" fmla="*/ 1226634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1628078">
                <a:moveTo>
                  <a:pt x="8943278" y="0"/>
                </a:moveTo>
                <a:lnTo>
                  <a:pt x="12192000" y="0"/>
                </a:lnTo>
                <a:lnTo>
                  <a:pt x="12192000" y="1628078"/>
                </a:lnTo>
                <a:lnTo>
                  <a:pt x="0" y="1628078"/>
                </a:lnTo>
                <a:lnTo>
                  <a:pt x="0" y="1226634"/>
                </a:lnTo>
                <a:lnTo>
                  <a:pt x="8943278" y="1226634"/>
                </a:lnTo>
                <a:close/>
              </a:path>
            </a:pathLst>
          </a:cu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pic>
        <p:nvPicPr>
          <p:cNvPr id="12" name="Picture 2" descr="Resultado de imagen de DJSI Member Log">
            <a:extLst>
              <a:ext uri="{FF2B5EF4-FFF2-40B4-BE49-F238E27FC236}">
                <a16:creationId xmlns:a16="http://schemas.microsoft.com/office/drawing/2014/main" id="{B7C9E202-F915-4379-8C3C-60824DFBA2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918" y="5573145"/>
            <a:ext cx="1347482" cy="45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upo 19">
            <a:extLst>
              <a:ext uri="{FF2B5EF4-FFF2-40B4-BE49-F238E27FC236}">
                <a16:creationId xmlns:a16="http://schemas.microsoft.com/office/drawing/2014/main" id="{8D03AB31-02B5-4199-8E80-C40369B6DC2E}"/>
              </a:ext>
            </a:extLst>
          </p:cNvPr>
          <p:cNvGrpSpPr/>
          <p:nvPr userDrawn="1"/>
        </p:nvGrpSpPr>
        <p:grpSpPr>
          <a:xfrm>
            <a:off x="7612559" y="5573578"/>
            <a:ext cx="578707" cy="455017"/>
            <a:chOff x="2203451" y="-4230356"/>
            <a:chExt cx="6896100" cy="5422158"/>
          </a:xfrm>
        </p:grpSpPr>
        <p:pic>
          <p:nvPicPr>
            <p:cNvPr id="14" name="Imagen 21" descr="Imagen relacionada">
              <a:extLst>
                <a:ext uri="{FF2B5EF4-FFF2-40B4-BE49-F238E27FC236}">
                  <a16:creationId xmlns:a16="http://schemas.microsoft.com/office/drawing/2014/main" id="{4FE65679-9CE4-492A-89BA-71659CEA866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8085" y="-4230356"/>
              <a:ext cx="3798276" cy="3838472"/>
            </a:xfrm>
            <a:custGeom>
              <a:avLst/>
              <a:gdLst>
                <a:gd name="connsiteX0" fmla="*/ 1899138 w 3798276"/>
                <a:gd name="connsiteY0" fmla="*/ 0 h 3838472"/>
                <a:gd name="connsiteX1" fmla="*/ 3798276 w 3798276"/>
                <a:gd name="connsiteY1" fmla="*/ 1919236 h 3838472"/>
                <a:gd name="connsiteX2" fmla="*/ 1899138 w 3798276"/>
                <a:gd name="connsiteY2" fmla="*/ 3838472 h 3838472"/>
                <a:gd name="connsiteX3" fmla="*/ 0 w 3798276"/>
                <a:gd name="connsiteY3" fmla="*/ 1919236 h 3838472"/>
                <a:gd name="connsiteX4" fmla="*/ 1899138 w 3798276"/>
                <a:gd name="connsiteY4" fmla="*/ 0 h 3838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98276" h="3838472">
                  <a:moveTo>
                    <a:pt x="1899138" y="0"/>
                  </a:moveTo>
                  <a:cubicBezTo>
                    <a:pt x="2948003" y="0"/>
                    <a:pt x="3798276" y="859271"/>
                    <a:pt x="3798276" y="1919236"/>
                  </a:cubicBezTo>
                  <a:cubicBezTo>
                    <a:pt x="3798276" y="2979201"/>
                    <a:pt x="2948003" y="3838472"/>
                    <a:pt x="1899138" y="3838472"/>
                  </a:cubicBezTo>
                  <a:cubicBezTo>
                    <a:pt x="850273" y="3838472"/>
                    <a:pt x="0" y="2979201"/>
                    <a:pt x="0" y="1919236"/>
                  </a:cubicBezTo>
                  <a:cubicBezTo>
                    <a:pt x="0" y="859271"/>
                    <a:pt x="850273" y="0"/>
                    <a:pt x="18991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Imagen 23" descr="Imagen relacionada">
              <a:extLst>
                <a:ext uri="{FF2B5EF4-FFF2-40B4-BE49-F238E27FC236}">
                  <a16:creationId xmlns:a16="http://schemas.microsoft.com/office/drawing/2014/main" id="{9735A6D8-83C7-4BAC-9C33-4C04D637266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3451" y="0"/>
              <a:ext cx="6896100" cy="1191802"/>
            </a:xfrm>
            <a:custGeom>
              <a:avLst/>
              <a:gdLst>
                <a:gd name="connsiteX0" fmla="*/ 0 w 6896100"/>
                <a:gd name="connsiteY0" fmla="*/ 0 h 1191802"/>
                <a:gd name="connsiteX1" fmla="*/ 6896100 w 6896100"/>
                <a:gd name="connsiteY1" fmla="*/ 0 h 1191802"/>
                <a:gd name="connsiteX2" fmla="*/ 6896100 w 6896100"/>
                <a:gd name="connsiteY2" fmla="*/ 1191802 h 1191802"/>
                <a:gd name="connsiteX3" fmla="*/ 0 w 6896100"/>
                <a:gd name="connsiteY3" fmla="*/ 1191802 h 119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96100" h="1191802">
                  <a:moveTo>
                    <a:pt x="0" y="0"/>
                  </a:moveTo>
                  <a:lnTo>
                    <a:pt x="6896100" y="0"/>
                  </a:lnTo>
                  <a:lnTo>
                    <a:pt x="6896100" y="1191802"/>
                  </a:lnTo>
                  <a:lnTo>
                    <a:pt x="0" y="1191802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CuadroTexto 27">
            <a:extLst>
              <a:ext uri="{FF2B5EF4-FFF2-40B4-BE49-F238E27FC236}">
                <a16:creationId xmlns:a16="http://schemas.microsoft.com/office/drawing/2014/main" id="{9EEEFC30-1852-4D6B-8DA7-7AC1065BEE88}"/>
              </a:ext>
            </a:extLst>
          </p:cNvPr>
          <p:cNvSpPr txBox="1"/>
          <p:nvPr userDrawn="1"/>
        </p:nvSpPr>
        <p:spPr>
          <a:xfrm>
            <a:off x="721507" y="628193"/>
            <a:ext cx="33654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>
                <a:solidFill>
                  <a:srgbClr val="EC0000"/>
                </a:solidFill>
                <a:latin typeface="Santander Text" panose="020B0504020201020104" pitchFamily="34" charset="0"/>
              </a:rPr>
              <a:t>Thank You.</a:t>
            </a:r>
          </a:p>
        </p:txBody>
      </p:sp>
      <p:sp>
        <p:nvSpPr>
          <p:cNvPr id="18" name="Forma libre: forma 30">
            <a:extLst>
              <a:ext uri="{FF2B5EF4-FFF2-40B4-BE49-F238E27FC236}">
                <a16:creationId xmlns:a16="http://schemas.microsoft.com/office/drawing/2014/main" id="{2F61C956-9AE7-4E3B-890C-024E9641D459}"/>
              </a:ext>
            </a:extLst>
          </p:cNvPr>
          <p:cNvSpPr/>
          <p:nvPr userDrawn="1"/>
        </p:nvSpPr>
        <p:spPr>
          <a:xfrm>
            <a:off x="1" y="5229922"/>
            <a:ext cx="12196689" cy="1628078"/>
          </a:xfrm>
          <a:custGeom>
            <a:avLst/>
            <a:gdLst>
              <a:gd name="connsiteX0" fmla="*/ 8932985 w 12196689"/>
              <a:gd name="connsiteY0" fmla="*/ 0 h 1628078"/>
              <a:gd name="connsiteX1" fmla="*/ 12196689 w 12196689"/>
              <a:gd name="connsiteY1" fmla="*/ 0 h 1628078"/>
              <a:gd name="connsiteX2" fmla="*/ 12196689 w 12196689"/>
              <a:gd name="connsiteY2" fmla="*/ 1628078 h 1628078"/>
              <a:gd name="connsiteX3" fmla="*/ 0 w 12196689"/>
              <a:gd name="connsiteY3" fmla="*/ 1628078 h 1628078"/>
              <a:gd name="connsiteX4" fmla="*/ 0 w 12196689"/>
              <a:gd name="connsiteY4" fmla="*/ 1213081 h 1628078"/>
              <a:gd name="connsiteX5" fmla="*/ 8932985 w 12196689"/>
              <a:gd name="connsiteY5" fmla="*/ 1213081 h 1628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6689" h="1628078">
                <a:moveTo>
                  <a:pt x="8932985" y="0"/>
                </a:moveTo>
                <a:lnTo>
                  <a:pt x="12196689" y="0"/>
                </a:lnTo>
                <a:lnTo>
                  <a:pt x="12196689" y="1628078"/>
                </a:lnTo>
                <a:lnTo>
                  <a:pt x="0" y="1628078"/>
                </a:lnTo>
                <a:lnTo>
                  <a:pt x="0" y="1213081"/>
                </a:lnTo>
                <a:lnTo>
                  <a:pt x="8932985" y="121308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3" tIns="45637" rIns="91273" bIns="456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797">
              <a:solidFill>
                <a:srgbClr val="FFFFFF"/>
              </a:solidFill>
              <a:latin typeface="Santander Text" panose="020B0504020201020104" pitchFamily="34" charset="0"/>
            </a:endParaRPr>
          </a:p>
        </p:txBody>
      </p:sp>
      <p:sp>
        <p:nvSpPr>
          <p:cNvPr id="19" name="CuadroTexto 22">
            <a:extLst>
              <a:ext uri="{FF2B5EF4-FFF2-40B4-BE49-F238E27FC236}">
                <a16:creationId xmlns:a16="http://schemas.microsoft.com/office/drawing/2014/main" id="{4B87F180-12AD-41DB-BB7C-4708E3402180}"/>
              </a:ext>
            </a:extLst>
          </p:cNvPr>
          <p:cNvSpPr txBox="1"/>
          <p:nvPr userDrawn="1"/>
        </p:nvSpPr>
        <p:spPr>
          <a:xfrm>
            <a:off x="719289" y="1945651"/>
            <a:ext cx="33654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purpose is to help people and businesses prosper.</a:t>
            </a:r>
          </a:p>
          <a:p>
            <a:endParaRPr lang="en-US" sz="1397">
              <a:solidFill>
                <a:srgbClr val="595959"/>
              </a:solidFill>
              <a:latin typeface="Santander Text" panose="020B0504020201020104" pitchFamily="34" charset="0"/>
            </a:endParaRPr>
          </a:p>
          <a:p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Our culture is based on believing </a:t>
            </a:r>
            <a:b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</a:br>
            <a:r>
              <a:rPr lang="en-US" sz="1397">
                <a:solidFill>
                  <a:srgbClr val="595959"/>
                </a:solidFill>
                <a:latin typeface="Santander Text" panose="020B0504020201020104" pitchFamily="34" charset="0"/>
              </a:rPr>
              <a:t>that everything we do should be:</a:t>
            </a:r>
          </a:p>
        </p:txBody>
      </p:sp>
      <p:pic>
        <p:nvPicPr>
          <p:cNvPr id="20" name="Gráfico 11">
            <a:extLst>
              <a:ext uri="{FF2B5EF4-FFF2-40B4-BE49-F238E27FC236}">
                <a16:creationId xmlns:a16="http://schemas.microsoft.com/office/drawing/2014/main" id="{7A6EDEB3-DC3C-41CF-A4BB-53D9BFB40E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1978" y="5727401"/>
            <a:ext cx="1896592" cy="33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621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3F2F8E-43C6-473B-BB86-8B66FAD1A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69399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3F2F8E-43C6-473B-BB86-8B66FAD1A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35409C-EEC0-4697-922E-41804253EF2D}"/>
              </a:ext>
            </a:extLst>
          </p:cNvPr>
          <p:cNvGrpSpPr/>
          <p:nvPr userDrawn="1"/>
        </p:nvGrpSpPr>
        <p:grpSpPr>
          <a:xfrm>
            <a:off x="1200" y="-5773"/>
            <a:ext cx="12189600" cy="6869546"/>
            <a:chOff x="1200" y="-5773"/>
            <a:chExt cx="12189600" cy="6869546"/>
          </a:xfrm>
        </p:grpSpPr>
        <p:sp>
          <p:nvSpPr>
            <p:cNvPr id="48" name="Slide edges">
              <a:extLst>
                <a:ext uri="{FF2B5EF4-FFF2-40B4-BE49-F238E27FC236}">
                  <a16:creationId xmlns:a16="http://schemas.microsoft.com/office/drawing/2014/main" id="{6F66A47D-10DD-41A7-A290-5A38DB83EB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00" y="-5773"/>
              <a:ext cx="12189600" cy="6869546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9" name="Whitespace measure">
              <a:extLst>
                <a:ext uri="{FF2B5EF4-FFF2-40B4-BE49-F238E27FC236}">
                  <a16:creationId xmlns:a16="http://schemas.microsoft.com/office/drawing/2014/main" id="{7B7404E4-4590-4E7D-861E-2FAD519172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1494507"/>
              <a:ext cx="11263080" cy="581036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6">
              <a:extLst>
                <a:ext uri="{FF2B5EF4-FFF2-40B4-BE49-F238E27FC236}">
                  <a16:creationId xmlns:a16="http://schemas.microsoft.com/office/drawing/2014/main" id="{77A55600-F9A8-4F78-9C53-72AC179E52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8799" y="1502190"/>
              <a:ext cx="10942499" cy="5810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DB72AD3-0BEA-481F-B1CD-24764FE14762}"/>
                </a:ext>
              </a:extLst>
            </p:cNvPr>
            <p:cNvSpPr/>
            <p:nvPr/>
          </p:nvSpPr>
          <p:spPr>
            <a:xfrm>
              <a:off x="1200" y="0"/>
              <a:ext cx="12189600" cy="6863103"/>
            </a:xfrm>
            <a:custGeom>
              <a:avLst/>
              <a:gdLst>
                <a:gd name="connsiteX0" fmla="*/ 463260 w 12189600"/>
                <a:gd name="connsiteY0" fmla="*/ 623550 h 6863103"/>
                <a:gd name="connsiteX1" fmla="*/ 463260 w 12189600"/>
                <a:gd name="connsiteY1" fmla="*/ 6742382 h 6863103"/>
                <a:gd name="connsiteX2" fmla="*/ 11726340 w 12189600"/>
                <a:gd name="connsiteY2" fmla="*/ 6742382 h 6863103"/>
                <a:gd name="connsiteX3" fmla="*/ 11726340 w 12189600"/>
                <a:gd name="connsiteY3" fmla="*/ 623550 h 6863103"/>
                <a:gd name="connsiteX4" fmla="*/ 0 w 12189600"/>
                <a:gd name="connsiteY4" fmla="*/ 0 h 6863103"/>
                <a:gd name="connsiteX5" fmla="*/ 12189600 w 12189600"/>
                <a:gd name="connsiteY5" fmla="*/ 0 h 6863103"/>
                <a:gd name="connsiteX6" fmla="*/ 12189600 w 12189600"/>
                <a:gd name="connsiteY6" fmla="*/ 6863103 h 6863103"/>
                <a:gd name="connsiteX7" fmla="*/ 0 w 12189600"/>
                <a:gd name="connsiteY7" fmla="*/ 6863103 h 686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9600" h="6863103">
                  <a:moveTo>
                    <a:pt x="463260" y="623550"/>
                  </a:moveTo>
                  <a:lnTo>
                    <a:pt x="463260" y="6742382"/>
                  </a:lnTo>
                  <a:lnTo>
                    <a:pt x="11726340" y="6742382"/>
                  </a:lnTo>
                  <a:lnTo>
                    <a:pt x="11726340" y="623550"/>
                  </a:lnTo>
                  <a:close/>
                  <a:moveTo>
                    <a:pt x="0" y="0"/>
                  </a:moveTo>
                  <a:lnTo>
                    <a:pt x="12189600" y="0"/>
                  </a:lnTo>
                  <a:lnTo>
                    <a:pt x="12189600" y="6863103"/>
                  </a:lnTo>
                  <a:lnTo>
                    <a:pt x="0" y="6863103"/>
                  </a:lnTo>
                  <a:close/>
                </a:path>
              </a:pathLst>
            </a:custGeom>
            <a:solidFill>
              <a:srgbClr val="FF9797">
                <a:alpha val="4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6" name="Freeform 8">
              <a:extLst>
                <a:ext uri="{FF2B5EF4-FFF2-40B4-BE49-F238E27FC236}">
                  <a16:creationId xmlns:a16="http://schemas.microsoft.com/office/drawing/2014/main" id="{3967FCEB-D6C1-4458-B6BD-407AFCD5664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00" y="0"/>
              <a:ext cx="12189600" cy="6863103"/>
            </a:xfrm>
            <a:custGeom>
              <a:avLst/>
              <a:gdLst>
                <a:gd name="T0" fmla="*/ 310 w 6021"/>
                <a:gd name="T1" fmla="*/ 742 h 3390"/>
                <a:gd name="T2" fmla="*/ 310 w 6021"/>
                <a:gd name="T3" fmla="*/ 742 h 3390"/>
                <a:gd name="T4" fmla="*/ 310 w 6021"/>
                <a:gd name="T5" fmla="*/ 310 h 3390"/>
                <a:gd name="T6" fmla="*/ 5715 w 6021"/>
                <a:gd name="T7" fmla="*/ 310 h 3390"/>
                <a:gd name="T8" fmla="*/ 5715 w 6021"/>
                <a:gd name="T9" fmla="*/ 742 h 3390"/>
                <a:gd name="T10" fmla="*/ 5715 w 6021"/>
                <a:gd name="T11" fmla="*/ 1029 h 3390"/>
                <a:gd name="T12" fmla="*/ 5715 w 6021"/>
                <a:gd name="T13" fmla="*/ 3040 h 3390"/>
                <a:gd name="T14" fmla="*/ 5715 w 6021"/>
                <a:gd name="T15" fmla="*/ 3043 h 3390"/>
                <a:gd name="T16" fmla="*/ 5715 w 6021"/>
                <a:gd name="T17" fmla="*/ 3230 h 3390"/>
                <a:gd name="T18" fmla="*/ 310 w 6021"/>
                <a:gd name="T19" fmla="*/ 3230 h 3390"/>
                <a:gd name="T20" fmla="*/ 310 w 6021"/>
                <a:gd name="T21" fmla="*/ 3040 h 3390"/>
                <a:gd name="T22" fmla="*/ 310 w 6021"/>
                <a:gd name="T23" fmla="*/ 1029 h 3390"/>
                <a:gd name="T24" fmla="*/ 310 w 6021"/>
                <a:gd name="T25" fmla="*/ 742 h 3390"/>
                <a:gd name="T26" fmla="*/ 6021 w 6021"/>
                <a:gd name="T27" fmla="*/ 0 h 3390"/>
                <a:gd name="T28" fmla="*/ 0 w 6021"/>
                <a:gd name="T29" fmla="*/ 0 h 3390"/>
                <a:gd name="T30" fmla="*/ 0 w 6021"/>
                <a:gd name="T31" fmla="*/ 3390 h 3390"/>
                <a:gd name="T32" fmla="*/ 6021 w 6021"/>
                <a:gd name="T33" fmla="*/ 3390 h 3390"/>
                <a:gd name="T34" fmla="*/ 6021 w 6021"/>
                <a:gd name="T35" fmla="*/ 0 h 33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21" h="3390">
                  <a:moveTo>
                    <a:pt x="310" y="742"/>
                  </a:moveTo>
                  <a:lnTo>
                    <a:pt x="310" y="742"/>
                  </a:lnTo>
                  <a:lnTo>
                    <a:pt x="310" y="310"/>
                  </a:lnTo>
                  <a:lnTo>
                    <a:pt x="5715" y="310"/>
                  </a:lnTo>
                  <a:lnTo>
                    <a:pt x="5715" y="742"/>
                  </a:lnTo>
                  <a:lnTo>
                    <a:pt x="5715" y="1029"/>
                  </a:lnTo>
                  <a:lnTo>
                    <a:pt x="5715" y="3040"/>
                  </a:lnTo>
                  <a:lnTo>
                    <a:pt x="5715" y="3043"/>
                  </a:lnTo>
                  <a:lnTo>
                    <a:pt x="5715" y="3230"/>
                  </a:lnTo>
                  <a:lnTo>
                    <a:pt x="310" y="3230"/>
                  </a:lnTo>
                  <a:lnTo>
                    <a:pt x="310" y="3040"/>
                  </a:lnTo>
                  <a:lnTo>
                    <a:pt x="310" y="1029"/>
                  </a:lnTo>
                  <a:lnTo>
                    <a:pt x="310" y="742"/>
                  </a:lnTo>
                  <a:moveTo>
                    <a:pt x="6021" y="0"/>
                  </a:moveTo>
                  <a:lnTo>
                    <a:pt x="0" y="0"/>
                  </a:lnTo>
                  <a:lnTo>
                    <a:pt x="0" y="3390"/>
                  </a:lnTo>
                  <a:lnTo>
                    <a:pt x="6021" y="3390"/>
                  </a:lnTo>
                  <a:lnTo>
                    <a:pt x="602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AAAE27AE-A761-4086-BA43-07FA9DEE1DE5}"/>
                </a:ext>
              </a:extLst>
            </p:cNvPr>
            <p:cNvGrpSpPr/>
            <p:nvPr/>
          </p:nvGrpSpPr>
          <p:grpSpPr>
            <a:xfrm>
              <a:off x="1383311" y="623550"/>
              <a:ext cx="9425383" cy="5537047"/>
              <a:chOff x="1383311" y="623550"/>
              <a:chExt cx="9425383" cy="5537047"/>
            </a:xfrm>
          </p:grpSpPr>
          <p:sp>
            <p:nvSpPr>
              <p:cNvPr id="123" name="Rectangle 34">
                <a:extLst>
                  <a:ext uri="{FF2B5EF4-FFF2-40B4-BE49-F238E27FC236}">
                    <a16:creationId xmlns:a16="http://schemas.microsoft.com/office/drawing/2014/main" id="{757E33AF-D627-484B-A2EE-7E93D8FF65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74150" y="623550"/>
                <a:ext cx="289506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4" name="Rectangle 35">
                <a:extLst>
                  <a:ext uri="{FF2B5EF4-FFF2-40B4-BE49-F238E27FC236}">
                    <a16:creationId xmlns:a16="http://schemas.microsoft.com/office/drawing/2014/main" id="{EC6697D7-9E39-45B6-8D06-FDB9F79C19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03755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5" name="Rectangle 36">
                <a:extLst>
                  <a:ext uri="{FF2B5EF4-FFF2-40B4-BE49-F238E27FC236}">
                    <a16:creationId xmlns:a16="http://schemas.microsoft.com/office/drawing/2014/main" id="{6AD2B1E5-F4E7-478A-8827-527BD71970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0977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6" name="Rectangle 37">
                <a:extLst>
                  <a:ext uri="{FF2B5EF4-FFF2-40B4-BE49-F238E27FC236}">
                    <a16:creationId xmlns:a16="http://schemas.microsoft.com/office/drawing/2014/main" id="{94AD912F-A235-4C46-A981-0D6FF7A142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16533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7" name="Rectangle 38">
                <a:extLst>
                  <a:ext uri="{FF2B5EF4-FFF2-40B4-BE49-F238E27FC236}">
                    <a16:creationId xmlns:a16="http://schemas.microsoft.com/office/drawing/2014/main" id="{04341D2E-2391-4A3E-9EA7-4717F1A367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29311" y="623550"/>
                <a:ext cx="279383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8" name="Rectangle 39">
                <a:extLst>
                  <a:ext uri="{FF2B5EF4-FFF2-40B4-BE49-F238E27FC236}">
                    <a16:creationId xmlns:a16="http://schemas.microsoft.com/office/drawing/2014/main" id="{E40A6458-DA2A-475F-97FF-2470A018AA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3274" y="623550"/>
                <a:ext cx="293555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9" name="Rectangle 40">
                <a:extLst>
                  <a:ext uri="{FF2B5EF4-FFF2-40B4-BE49-F238E27FC236}">
                    <a16:creationId xmlns:a16="http://schemas.microsoft.com/office/drawing/2014/main" id="{ADE8E87E-384C-4795-94B3-76EB8F6C0D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83311" y="623550"/>
                <a:ext cx="29153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0" name="Rectangle 41">
                <a:extLst>
                  <a:ext uri="{FF2B5EF4-FFF2-40B4-BE49-F238E27FC236}">
                    <a16:creationId xmlns:a16="http://schemas.microsoft.com/office/drawing/2014/main" id="{6918D558-9CB0-4B70-941A-1848C884CC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2162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1" name="Rectangle 42">
                <a:extLst>
                  <a:ext uri="{FF2B5EF4-FFF2-40B4-BE49-F238E27FC236}">
                    <a16:creationId xmlns:a16="http://schemas.microsoft.com/office/drawing/2014/main" id="{92FC6A38-EF62-4FB8-9141-9E95CC82BB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14940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2" name="Rectangle 43">
                <a:extLst>
                  <a:ext uri="{FF2B5EF4-FFF2-40B4-BE49-F238E27FC236}">
                    <a16:creationId xmlns:a16="http://schemas.microsoft.com/office/drawing/2014/main" id="{7F4F6BAA-971D-43D2-88A0-2C6BFE40AB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27718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3" name="Rectangle 44">
                <a:extLst>
                  <a:ext uri="{FF2B5EF4-FFF2-40B4-BE49-F238E27FC236}">
                    <a16:creationId xmlns:a16="http://schemas.microsoft.com/office/drawing/2014/main" id="{54107A8E-0116-4948-BF4B-00AD5D9318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40496" y="623550"/>
                <a:ext cx="285457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98" name="Live space">
              <a:extLst>
                <a:ext uri="{FF2B5EF4-FFF2-40B4-BE49-F238E27FC236}">
                  <a16:creationId xmlns:a16="http://schemas.microsoft.com/office/drawing/2014/main" id="{223D537B-029A-4182-A5EB-17B26AB25B4E}"/>
                </a:ext>
              </a:extLst>
            </p:cNvPr>
            <p:cNvSpPr/>
            <p:nvPr/>
          </p:nvSpPr>
          <p:spPr>
            <a:xfrm>
              <a:off x="464460" y="2075543"/>
              <a:ext cx="11263080" cy="4079875"/>
            </a:xfrm>
            <a:prstGeom prst="rect">
              <a:avLst/>
            </a:prstGeom>
            <a:noFill/>
            <a:ln w="9525">
              <a:solidFill>
                <a:srgbClr val="EB0000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>
                <a:lnSpc>
                  <a:spcPct val="90000"/>
                </a:lnSpc>
                <a:spcAft>
                  <a:spcPts val="1000"/>
                </a:spcAft>
              </a:pPr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99" name="Footnote measure">
              <a:extLst>
                <a:ext uri="{FF2B5EF4-FFF2-40B4-BE49-F238E27FC236}">
                  <a16:creationId xmlns:a16="http://schemas.microsoft.com/office/drawing/2014/main" id="{BD1E184E-BA76-4816-9096-14320A51B9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460" y="6155418"/>
              <a:ext cx="11263080" cy="586964"/>
            </a:xfrm>
            <a:prstGeom prst="rect">
              <a:avLst/>
            </a:prstGeom>
            <a:solidFill>
              <a:srgbClr val="FFCB32">
                <a:alpha val="15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D702A537-65C4-411D-AA00-BF4DB6A67101}"/>
                </a:ext>
              </a:extLst>
            </p:cNvPr>
            <p:cNvGrpSpPr/>
            <p:nvPr/>
          </p:nvGrpSpPr>
          <p:grpSpPr>
            <a:xfrm>
              <a:off x="1200" y="623550"/>
              <a:ext cx="12189600" cy="5531868"/>
              <a:chOff x="1200" y="623550"/>
              <a:chExt cx="12189600" cy="5531868"/>
            </a:xfrm>
          </p:grpSpPr>
          <p:sp>
            <p:nvSpPr>
              <p:cNvPr id="103" name="Line 14">
                <a:extLst>
                  <a:ext uri="{FF2B5EF4-FFF2-40B4-BE49-F238E27FC236}">
                    <a16:creationId xmlns:a16="http://schemas.microsoft.com/office/drawing/2014/main" id="{5C200F49-50B5-4496-BD42-AE0AEB0D23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91470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" name="Line 15">
                <a:extLst>
                  <a:ext uri="{FF2B5EF4-FFF2-40B4-BE49-F238E27FC236}">
                    <a16:creationId xmlns:a16="http://schemas.microsoft.com/office/drawing/2014/main" id="{D9661390-A599-49D1-8A14-9A80F7F8D2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2355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" name="Line 17">
                <a:extLst>
                  <a:ext uri="{FF2B5EF4-FFF2-40B4-BE49-F238E27FC236}">
                    <a16:creationId xmlns:a16="http://schemas.microsoft.com/office/drawing/2014/main" id="{56D2EA5F-6B29-4CCE-A74F-13DE4049CE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20585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" name="Line 18">
                <a:extLst>
                  <a:ext uri="{FF2B5EF4-FFF2-40B4-BE49-F238E27FC236}">
                    <a16:creationId xmlns:a16="http://schemas.microsoft.com/office/drawing/2014/main" id="{C0D1531F-6CA3-4091-9BE9-EF2A62379F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49700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7" name="Line 19">
                <a:extLst>
                  <a:ext uri="{FF2B5EF4-FFF2-40B4-BE49-F238E27FC236}">
                    <a16:creationId xmlns:a16="http://schemas.microsoft.com/office/drawing/2014/main" id="{65DA1FDD-0B5E-4B19-86DD-95522282AC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178815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8" name="Line 20">
                <a:extLst>
                  <a:ext uri="{FF2B5EF4-FFF2-40B4-BE49-F238E27FC236}">
                    <a16:creationId xmlns:a16="http://schemas.microsoft.com/office/drawing/2014/main" id="{C2FAC051-6056-41AD-9FE7-5C38EA3201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07930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9" name="Line 21">
                <a:extLst>
                  <a:ext uri="{FF2B5EF4-FFF2-40B4-BE49-F238E27FC236}">
                    <a16:creationId xmlns:a16="http://schemas.microsoft.com/office/drawing/2014/main" id="{46BA5B4D-E99F-4D91-9564-02066722A3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37045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0" name="Line 22">
                <a:extLst>
                  <a:ext uri="{FF2B5EF4-FFF2-40B4-BE49-F238E27FC236}">
                    <a16:creationId xmlns:a16="http://schemas.microsoft.com/office/drawing/2014/main" id="{6DD2A49E-7AEB-4B25-876F-2EAFF50EED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66160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1" name="Line 23">
                <a:extLst>
                  <a:ext uri="{FF2B5EF4-FFF2-40B4-BE49-F238E27FC236}">
                    <a16:creationId xmlns:a16="http://schemas.microsoft.com/office/drawing/2014/main" id="{1E18CC5A-0FEE-4E67-983D-425E313410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295275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2" name="Line 24">
                <a:extLst>
                  <a:ext uri="{FF2B5EF4-FFF2-40B4-BE49-F238E27FC236}">
                    <a16:creationId xmlns:a16="http://schemas.microsoft.com/office/drawing/2014/main" id="{C47013A5-EF9A-4A0C-B225-4E696C861C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243909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3" name="Line 25">
                <a:extLst>
                  <a:ext uri="{FF2B5EF4-FFF2-40B4-BE49-F238E27FC236}">
                    <a16:creationId xmlns:a16="http://schemas.microsoft.com/office/drawing/2014/main" id="{286EC1DE-21F9-4267-8138-76196B5E9A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535060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4" name="Line 26">
                <a:extLst>
                  <a:ext uri="{FF2B5EF4-FFF2-40B4-BE49-F238E27FC236}">
                    <a16:creationId xmlns:a16="http://schemas.microsoft.com/office/drawing/2014/main" id="{A3FD46A1-E44A-4297-A574-E845BF797B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3826211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5" name="Line 27">
                <a:extLst>
                  <a:ext uri="{FF2B5EF4-FFF2-40B4-BE49-F238E27FC236}">
                    <a16:creationId xmlns:a16="http://schemas.microsoft.com/office/drawing/2014/main" id="{CDB67281-A782-497C-89D3-E41E8ECC52C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117362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6" name="Line 28">
                <a:extLst>
                  <a:ext uri="{FF2B5EF4-FFF2-40B4-BE49-F238E27FC236}">
                    <a16:creationId xmlns:a16="http://schemas.microsoft.com/office/drawing/2014/main" id="{1DD6BF82-727B-4AFF-8229-F1210EB807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408513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7" name="Line 29">
                <a:extLst>
                  <a:ext uri="{FF2B5EF4-FFF2-40B4-BE49-F238E27FC236}">
                    <a16:creationId xmlns:a16="http://schemas.microsoft.com/office/drawing/2014/main" id="{2438866D-D2B1-481E-92EA-FAA3FAF4AF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699664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8" name="Line 30">
                <a:extLst>
                  <a:ext uri="{FF2B5EF4-FFF2-40B4-BE49-F238E27FC236}">
                    <a16:creationId xmlns:a16="http://schemas.microsoft.com/office/drawing/2014/main" id="{43659932-2A06-4542-B317-9B67718BC3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4990815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9" name="Line 31">
                <a:extLst>
                  <a:ext uri="{FF2B5EF4-FFF2-40B4-BE49-F238E27FC236}">
                    <a16:creationId xmlns:a16="http://schemas.microsoft.com/office/drawing/2014/main" id="{D8F08BEE-890B-415E-B6B5-A857B8F74A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281966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0" name="Line 32">
                <a:extLst>
                  <a:ext uri="{FF2B5EF4-FFF2-40B4-BE49-F238E27FC236}">
                    <a16:creationId xmlns:a16="http://schemas.microsoft.com/office/drawing/2014/main" id="{D70182C3-6DB8-4EAE-A2FD-85674CA4C1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573117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1" name="Line 16">
                <a:extLst>
                  <a:ext uri="{FF2B5EF4-FFF2-40B4-BE49-F238E27FC236}">
                    <a16:creationId xmlns:a16="http://schemas.microsoft.com/office/drawing/2014/main" id="{D4BAC4AB-A1FA-46A2-B58D-EC1BFAD854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615541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" name="Line 33">
                <a:extLst>
                  <a:ext uri="{FF2B5EF4-FFF2-40B4-BE49-F238E27FC236}">
                    <a16:creationId xmlns:a16="http://schemas.microsoft.com/office/drawing/2014/main" id="{CF3FB8A1-F106-4238-B7D1-3B0A642E90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00" y="5864268"/>
                <a:ext cx="12189600" cy="0"/>
              </a:xfrm>
              <a:prstGeom prst="line">
                <a:avLst/>
              </a:prstGeom>
              <a:noFill/>
              <a:ln w="6350" cap="flat">
                <a:solidFill>
                  <a:srgbClr val="30C1D7">
                    <a:alpha val="40000"/>
                  </a:srgbClr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01" name="Five column measure">
              <a:extLst>
                <a:ext uri="{FF2B5EF4-FFF2-40B4-BE49-F238E27FC236}">
                  <a16:creationId xmlns:a16="http://schemas.microsoft.com/office/drawing/2014/main" id="{E5201F0E-0E3E-45EF-8C37-DD2824BD98C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8799" y="5976438"/>
              <a:ext cx="10942499" cy="66810"/>
            </a:xfrm>
            <a:custGeom>
              <a:avLst/>
              <a:gdLst>
                <a:gd name="T0" fmla="*/ 1113 w 5405"/>
                <a:gd name="T1" fmla="*/ 0 h 33"/>
                <a:gd name="T2" fmla="*/ 2068 w 5405"/>
                <a:gd name="T3" fmla="*/ 0 h 33"/>
                <a:gd name="T4" fmla="*/ 2068 w 5405"/>
                <a:gd name="T5" fmla="*/ 33 h 33"/>
                <a:gd name="T6" fmla="*/ 1113 w 5405"/>
                <a:gd name="T7" fmla="*/ 33 h 33"/>
                <a:gd name="T8" fmla="*/ 1113 w 5405"/>
                <a:gd name="T9" fmla="*/ 0 h 33"/>
                <a:gd name="T10" fmla="*/ 1113 w 5405"/>
                <a:gd name="T11" fmla="*/ 0 h 33"/>
                <a:gd name="T12" fmla="*/ 4449 w 5405"/>
                <a:gd name="T13" fmla="*/ 0 h 33"/>
                <a:gd name="T14" fmla="*/ 4449 w 5405"/>
                <a:gd name="T15" fmla="*/ 33 h 33"/>
                <a:gd name="T16" fmla="*/ 5405 w 5405"/>
                <a:gd name="T17" fmla="*/ 33 h 33"/>
                <a:gd name="T18" fmla="*/ 5405 w 5405"/>
                <a:gd name="T19" fmla="*/ 0 h 33"/>
                <a:gd name="T20" fmla="*/ 4449 w 5405"/>
                <a:gd name="T21" fmla="*/ 0 h 33"/>
                <a:gd name="T22" fmla="*/ 4449 w 5405"/>
                <a:gd name="T23" fmla="*/ 0 h 33"/>
                <a:gd name="T24" fmla="*/ 3337 w 5405"/>
                <a:gd name="T25" fmla="*/ 0 h 33"/>
                <a:gd name="T26" fmla="*/ 3337 w 5405"/>
                <a:gd name="T27" fmla="*/ 33 h 33"/>
                <a:gd name="T28" fmla="*/ 4293 w 5405"/>
                <a:gd name="T29" fmla="*/ 33 h 33"/>
                <a:gd name="T30" fmla="*/ 4293 w 5405"/>
                <a:gd name="T31" fmla="*/ 0 h 33"/>
                <a:gd name="T32" fmla="*/ 3337 w 5405"/>
                <a:gd name="T33" fmla="*/ 0 h 33"/>
                <a:gd name="T34" fmla="*/ 3337 w 5405"/>
                <a:gd name="T35" fmla="*/ 0 h 33"/>
                <a:gd name="T36" fmla="*/ 2225 w 5405"/>
                <a:gd name="T37" fmla="*/ 0 h 33"/>
                <a:gd name="T38" fmla="*/ 2225 w 5405"/>
                <a:gd name="T39" fmla="*/ 33 h 33"/>
                <a:gd name="T40" fmla="*/ 3180 w 5405"/>
                <a:gd name="T41" fmla="*/ 33 h 33"/>
                <a:gd name="T42" fmla="*/ 3180 w 5405"/>
                <a:gd name="T43" fmla="*/ 0 h 33"/>
                <a:gd name="T44" fmla="*/ 2225 w 5405"/>
                <a:gd name="T45" fmla="*/ 0 h 33"/>
                <a:gd name="T46" fmla="*/ 2225 w 5405"/>
                <a:gd name="T47" fmla="*/ 0 h 33"/>
                <a:gd name="T48" fmla="*/ 0 w 5405"/>
                <a:gd name="T49" fmla="*/ 0 h 33"/>
                <a:gd name="T50" fmla="*/ 0 w 5405"/>
                <a:gd name="T51" fmla="*/ 33 h 33"/>
                <a:gd name="T52" fmla="*/ 955 w 5405"/>
                <a:gd name="T53" fmla="*/ 33 h 33"/>
                <a:gd name="T54" fmla="*/ 955 w 5405"/>
                <a:gd name="T55" fmla="*/ 0 h 33"/>
                <a:gd name="T56" fmla="*/ 0 w 5405"/>
                <a:gd name="T57" fmla="*/ 0 h 33"/>
                <a:gd name="T58" fmla="*/ 0 w 5405"/>
                <a:gd name="T59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5405" h="33">
                  <a:moveTo>
                    <a:pt x="1113" y="0"/>
                  </a:moveTo>
                  <a:lnTo>
                    <a:pt x="2068" y="0"/>
                  </a:lnTo>
                  <a:lnTo>
                    <a:pt x="2068" y="33"/>
                  </a:lnTo>
                  <a:lnTo>
                    <a:pt x="1113" y="33"/>
                  </a:lnTo>
                  <a:lnTo>
                    <a:pt x="1113" y="0"/>
                  </a:lnTo>
                  <a:lnTo>
                    <a:pt x="1113" y="0"/>
                  </a:lnTo>
                  <a:close/>
                  <a:moveTo>
                    <a:pt x="4449" y="0"/>
                  </a:moveTo>
                  <a:lnTo>
                    <a:pt x="4449" y="33"/>
                  </a:lnTo>
                  <a:lnTo>
                    <a:pt x="5405" y="33"/>
                  </a:lnTo>
                  <a:lnTo>
                    <a:pt x="5405" y="0"/>
                  </a:lnTo>
                  <a:lnTo>
                    <a:pt x="4449" y="0"/>
                  </a:lnTo>
                  <a:lnTo>
                    <a:pt x="4449" y="0"/>
                  </a:lnTo>
                  <a:close/>
                  <a:moveTo>
                    <a:pt x="3337" y="0"/>
                  </a:moveTo>
                  <a:lnTo>
                    <a:pt x="3337" y="33"/>
                  </a:lnTo>
                  <a:lnTo>
                    <a:pt x="4293" y="33"/>
                  </a:lnTo>
                  <a:lnTo>
                    <a:pt x="4293" y="0"/>
                  </a:lnTo>
                  <a:lnTo>
                    <a:pt x="3337" y="0"/>
                  </a:lnTo>
                  <a:lnTo>
                    <a:pt x="3337" y="0"/>
                  </a:lnTo>
                  <a:close/>
                  <a:moveTo>
                    <a:pt x="2225" y="0"/>
                  </a:moveTo>
                  <a:lnTo>
                    <a:pt x="2225" y="33"/>
                  </a:lnTo>
                  <a:lnTo>
                    <a:pt x="3180" y="33"/>
                  </a:lnTo>
                  <a:lnTo>
                    <a:pt x="3180" y="0"/>
                  </a:lnTo>
                  <a:lnTo>
                    <a:pt x="2225" y="0"/>
                  </a:lnTo>
                  <a:lnTo>
                    <a:pt x="2225" y="0"/>
                  </a:lnTo>
                  <a:close/>
                  <a:moveTo>
                    <a:pt x="0" y="0"/>
                  </a:moveTo>
                  <a:lnTo>
                    <a:pt x="0" y="33"/>
                  </a:lnTo>
                  <a:lnTo>
                    <a:pt x="955" y="33"/>
                  </a:lnTo>
                  <a:lnTo>
                    <a:pt x="9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BFBF">
                <a:alpha val="15000"/>
              </a:srgb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ootnote example">
              <a:extLst>
                <a:ext uri="{FF2B5EF4-FFF2-40B4-BE49-F238E27FC236}">
                  <a16:creationId xmlns:a16="http://schemas.microsoft.com/office/drawing/2014/main" id="{2210F762-A290-4626-943F-AFBDED176EAD}"/>
                </a:ext>
              </a:extLst>
            </p:cNvPr>
            <p:cNvSpPr txBox="1"/>
            <p:nvPr/>
          </p:nvSpPr>
          <p:spPr>
            <a:xfrm>
              <a:off x="1688182" y="6368431"/>
              <a:ext cx="9030914" cy="373949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1. xxxx  2. xxxx  3. List footnotes in numerical order. Footnote numbers are not bracketed. Use 9pt font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lang="en-US" sz="900">
                  <a:solidFill>
                    <a:srgbClr val="7F7F7F"/>
                  </a:solidFill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  <a:endParaRPr kumimoji="0" lang="en-US" sz="900" b="0" i="0" u="none" strike="noStrike" kern="1200" cap="none" spc="0" normalizeH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sym typeface="Trebuchet MS" panose="020B0603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75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 Overvie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3818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Rectangle 10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FFFF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630000" y="907198"/>
            <a:ext cx="3448800" cy="344728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612000" tIns="468000" rIns="0" bIns="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1"/>
          <p:cNvSpPr txBox="1"/>
          <p:nvPr userDrawn="1"/>
        </p:nvSpPr>
        <p:spPr>
          <a:xfrm>
            <a:off x="1190100" y="1115416"/>
            <a:ext cx="2327880" cy="88178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A673F4-E84A-4906-9EE0-E47E759AB8D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4" name="Gráfico 10">
            <a:extLst>
              <a:ext uri="{FF2B5EF4-FFF2-40B4-BE49-F238E27FC236}">
                <a16:creationId xmlns:a16="http://schemas.microsoft.com/office/drawing/2014/main" id="{5DA82A7E-30C4-4DA6-B2E8-92B7DE3E21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31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036020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Rectangle 9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89E48E6-9479-4108-B4CD-35A299602EEE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BB21354F-8F55-4E0A-8C34-B734AFBD5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Full Width Overview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188340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cxnSp>
        <p:nvCxnSpPr>
          <p:cNvPr id="13" name="Straight Connector 12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418A826-B7F6-4DE4-B495-06E55312FCC4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1E36A802-7AF8-46E6-B7DE-533EA7B6B9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07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Two-Third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16950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464460" y="3276651"/>
            <a:ext cx="1547143" cy="3046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8DDCE68-9857-42B6-979C-C07AE3C4CFBA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FBBA0C41-A645-401D-90D5-04976505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190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 Overvie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0386290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Rectangle 7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5D5D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0" y="907197"/>
            <a:ext cx="3448800" cy="3447288"/>
          </a:xfrm>
          <a:prstGeom prst="rect">
            <a:avLst/>
          </a:prstGeom>
          <a:noFill/>
          <a:ln>
            <a:solidFill>
              <a:srgbClr val="FF5D5D"/>
            </a:solidFill>
          </a:ln>
        </p:spPr>
        <p:txBody>
          <a:bodyPr wrap="square" lIns="612000" tIns="468000" rIns="0" bIns="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>
              <a:solidFill>
                <a:schemeClr val="accent4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extBox 1"/>
          <p:cNvSpPr txBox="1"/>
          <p:nvPr userDrawn="1"/>
        </p:nvSpPr>
        <p:spPr>
          <a:xfrm>
            <a:off x="1190100" y="1115416"/>
            <a:ext cx="2327880" cy="881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chemeClr val="accent4"/>
                </a:solidFill>
                <a:latin typeface="+mj-lt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>
                <a:solidFill>
                  <a:srgbClr val="FF5D5D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86557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046910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8" name="Rectangle 7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rgbClr val="FF5D5D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>
              <a:solidFill>
                <a:prstClr val="white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614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Full Width Overvie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6140207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7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>
                <a:solidFill>
                  <a:srgbClr val="FF5D5D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cxnSp>
        <p:nvCxnSpPr>
          <p:cNvPr id="9" name="Straight Connector 8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rgbClr val="FF5D5D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33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wo-Third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4593787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464460" y="3276651"/>
            <a:ext cx="1161047" cy="3046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Agenda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34E82-0979-4FA1-BAF0-E612A916C69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2" name="Gráfico 10">
            <a:extLst>
              <a:ext uri="{FF2B5EF4-FFF2-40B4-BE49-F238E27FC236}">
                <a16:creationId xmlns:a16="http://schemas.microsoft.com/office/drawing/2014/main" id="{864775A1-D98F-4B20-B33A-70A53B4F76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able of Contents">
    <p:bg>
      <p:bgPr>
        <a:gradFill flip="none" rotWithShape="1">
          <a:gsLst>
            <a:gs pos="0">
              <a:srgbClr val="EB0000"/>
            </a:gs>
            <a:gs pos="100000">
              <a:srgbClr val="9A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496601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46446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>
                <a:solidFill>
                  <a:srgbClr val="FF5D5D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24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E576499-88DB-4505-BF9A-F236812695C9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chemeClr val="bg1"/>
                </a:solidFill>
              </a:rPr>
              <a:pPr/>
              <a:t>‹Nº›</a:t>
            </a:fld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0C81D4A7-091E-4221-8838-64A976790B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65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ulo y contenid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32795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800" b="0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6B5AEF2-F43E-4C92-A186-61C1E43CE8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8432" y="258852"/>
            <a:ext cx="11344544" cy="480131"/>
          </a:xfrm>
          <a:prstGeom prst="rect">
            <a:avLst/>
          </a:prstGeom>
        </p:spPr>
        <p:txBody>
          <a:bodyPr vert="horz" anchor="t">
            <a:spAutoFit/>
          </a:bodyPr>
          <a:lstStyle>
            <a:lvl1pPr>
              <a:defRPr sz="2800">
                <a:solidFill>
                  <a:schemeClr val="tx2"/>
                </a:solidFill>
                <a:latin typeface="Santander Text" panose="020B0504020201020104" pitchFamily="34" charset="0"/>
              </a:defRPr>
            </a:lvl1pPr>
          </a:lstStyle>
          <a:p>
            <a:r>
              <a:rPr lang="en-US" err="1"/>
              <a:t>Aquí</a:t>
            </a:r>
            <a:r>
              <a:rPr lang="en-US"/>
              <a:t> </a:t>
            </a:r>
            <a:r>
              <a:rPr lang="en-US" err="1"/>
              <a:t>Haga</a:t>
            </a:r>
            <a:r>
              <a:rPr lang="en-US"/>
              <a:t> </a:t>
            </a:r>
            <a:r>
              <a:rPr lang="en-US" err="1"/>
              <a:t>clic</a:t>
            </a:r>
            <a:r>
              <a:rPr lang="en-US"/>
              <a:t> para </a:t>
            </a:r>
            <a:r>
              <a:rPr lang="en-US" err="1"/>
              <a:t>modificar</a:t>
            </a:r>
            <a:r>
              <a:rPr lang="en-US"/>
              <a:t> el </a:t>
            </a:r>
            <a:r>
              <a:rPr lang="en-US" err="1"/>
              <a:t>estilo</a:t>
            </a:r>
            <a:r>
              <a:rPr lang="en-US"/>
              <a:t> de </a:t>
            </a:r>
            <a:r>
              <a:rPr lang="en-US" err="1"/>
              <a:t>título</a:t>
            </a:r>
            <a:r>
              <a:rPr lang="en-US"/>
              <a:t> del </a:t>
            </a:r>
            <a:r>
              <a:rPr lang="en-US" err="1"/>
              <a:t>patrón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416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rPr>
              <a:t>Copyright © 2020 by Boston Consulting Group. All rights reserved.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332399"/>
          </a:xfr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15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rPr>
              <a:t>Copyright © 2020 by Boston Consulting Group. All rights reserved.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134033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image" Target="../media/image2.svg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97.xml"/><Relationship Id="rId21" Type="http://schemas.openxmlformats.org/officeDocument/2006/relationships/slideLayout" Target="../slideLayouts/slideLayout92.xml"/><Relationship Id="rId42" Type="http://schemas.openxmlformats.org/officeDocument/2006/relationships/slideLayout" Target="../slideLayouts/slideLayout113.xml"/><Relationship Id="rId47" Type="http://schemas.openxmlformats.org/officeDocument/2006/relationships/slideLayout" Target="../slideLayouts/slideLayout118.xml"/><Relationship Id="rId63" Type="http://schemas.openxmlformats.org/officeDocument/2006/relationships/slideLayout" Target="../slideLayouts/slideLayout134.xml"/><Relationship Id="rId68" Type="http://schemas.openxmlformats.org/officeDocument/2006/relationships/slideLayout" Target="../slideLayouts/slideLayout139.xml"/><Relationship Id="rId2" Type="http://schemas.openxmlformats.org/officeDocument/2006/relationships/slideLayout" Target="../slideLayouts/slideLayout73.xml"/><Relationship Id="rId16" Type="http://schemas.openxmlformats.org/officeDocument/2006/relationships/slideLayout" Target="../slideLayouts/slideLayout87.xml"/><Relationship Id="rId29" Type="http://schemas.openxmlformats.org/officeDocument/2006/relationships/slideLayout" Target="../slideLayouts/slideLayout100.xml"/><Relationship Id="rId11" Type="http://schemas.openxmlformats.org/officeDocument/2006/relationships/slideLayout" Target="../slideLayouts/slideLayout82.xml"/><Relationship Id="rId24" Type="http://schemas.openxmlformats.org/officeDocument/2006/relationships/slideLayout" Target="../slideLayouts/slideLayout95.xml"/><Relationship Id="rId32" Type="http://schemas.openxmlformats.org/officeDocument/2006/relationships/slideLayout" Target="../slideLayouts/slideLayout103.xml"/><Relationship Id="rId37" Type="http://schemas.openxmlformats.org/officeDocument/2006/relationships/slideLayout" Target="../slideLayouts/slideLayout108.xml"/><Relationship Id="rId40" Type="http://schemas.openxmlformats.org/officeDocument/2006/relationships/slideLayout" Target="../slideLayouts/slideLayout111.xml"/><Relationship Id="rId45" Type="http://schemas.openxmlformats.org/officeDocument/2006/relationships/slideLayout" Target="../slideLayouts/slideLayout116.xml"/><Relationship Id="rId53" Type="http://schemas.openxmlformats.org/officeDocument/2006/relationships/slideLayout" Target="../slideLayouts/slideLayout124.xml"/><Relationship Id="rId58" Type="http://schemas.openxmlformats.org/officeDocument/2006/relationships/slideLayout" Target="../slideLayouts/slideLayout129.xml"/><Relationship Id="rId66" Type="http://schemas.openxmlformats.org/officeDocument/2006/relationships/slideLayout" Target="../slideLayouts/slideLayout137.xml"/><Relationship Id="rId74" Type="http://schemas.openxmlformats.org/officeDocument/2006/relationships/oleObject" Target="../embeddings/oleObject71.bin"/><Relationship Id="rId5" Type="http://schemas.openxmlformats.org/officeDocument/2006/relationships/slideLayout" Target="../slideLayouts/slideLayout76.xml"/><Relationship Id="rId61" Type="http://schemas.openxmlformats.org/officeDocument/2006/relationships/slideLayout" Target="../slideLayouts/slideLayout132.xml"/><Relationship Id="rId19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5.xml"/><Relationship Id="rId22" Type="http://schemas.openxmlformats.org/officeDocument/2006/relationships/slideLayout" Target="../slideLayouts/slideLayout93.xml"/><Relationship Id="rId27" Type="http://schemas.openxmlformats.org/officeDocument/2006/relationships/slideLayout" Target="../slideLayouts/slideLayout98.xml"/><Relationship Id="rId30" Type="http://schemas.openxmlformats.org/officeDocument/2006/relationships/slideLayout" Target="../slideLayouts/slideLayout101.xml"/><Relationship Id="rId35" Type="http://schemas.openxmlformats.org/officeDocument/2006/relationships/slideLayout" Target="../slideLayouts/slideLayout106.xml"/><Relationship Id="rId43" Type="http://schemas.openxmlformats.org/officeDocument/2006/relationships/slideLayout" Target="../slideLayouts/slideLayout114.xml"/><Relationship Id="rId48" Type="http://schemas.openxmlformats.org/officeDocument/2006/relationships/slideLayout" Target="../slideLayouts/slideLayout119.xml"/><Relationship Id="rId56" Type="http://schemas.openxmlformats.org/officeDocument/2006/relationships/slideLayout" Target="../slideLayouts/slideLayout127.xml"/><Relationship Id="rId64" Type="http://schemas.openxmlformats.org/officeDocument/2006/relationships/slideLayout" Target="../slideLayouts/slideLayout135.xml"/><Relationship Id="rId69" Type="http://schemas.openxmlformats.org/officeDocument/2006/relationships/slideLayout" Target="../slideLayouts/slideLayout140.xml"/><Relationship Id="rId8" Type="http://schemas.openxmlformats.org/officeDocument/2006/relationships/slideLayout" Target="../slideLayouts/slideLayout79.xml"/><Relationship Id="rId51" Type="http://schemas.openxmlformats.org/officeDocument/2006/relationships/slideLayout" Target="../slideLayouts/slideLayout122.xml"/><Relationship Id="rId72" Type="http://schemas.openxmlformats.org/officeDocument/2006/relationships/theme" Target="../theme/theme2.xml"/><Relationship Id="rId3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83.xml"/><Relationship Id="rId17" Type="http://schemas.openxmlformats.org/officeDocument/2006/relationships/slideLayout" Target="../slideLayouts/slideLayout88.xml"/><Relationship Id="rId25" Type="http://schemas.openxmlformats.org/officeDocument/2006/relationships/slideLayout" Target="../slideLayouts/slideLayout96.xml"/><Relationship Id="rId33" Type="http://schemas.openxmlformats.org/officeDocument/2006/relationships/slideLayout" Target="../slideLayouts/slideLayout104.xml"/><Relationship Id="rId38" Type="http://schemas.openxmlformats.org/officeDocument/2006/relationships/slideLayout" Target="../slideLayouts/slideLayout109.xml"/><Relationship Id="rId46" Type="http://schemas.openxmlformats.org/officeDocument/2006/relationships/slideLayout" Target="../slideLayouts/slideLayout117.xml"/><Relationship Id="rId59" Type="http://schemas.openxmlformats.org/officeDocument/2006/relationships/slideLayout" Target="../slideLayouts/slideLayout130.xml"/><Relationship Id="rId67" Type="http://schemas.openxmlformats.org/officeDocument/2006/relationships/slideLayout" Target="../slideLayouts/slideLayout138.xml"/><Relationship Id="rId20" Type="http://schemas.openxmlformats.org/officeDocument/2006/relationships/slideLayout" Target="../slideLayouts/slideLayout91.xml"/><Relationship Id="rId41" Type="http://schemas.openxmlformats.org/officeDocument/2006/relationships/slideLayout" Target="../slideLayouts/slideLayout112.xml"/><Relationship Id="rId54" Type="http://schemas.openxmlformats.org/officeDocument/2006/relationships/slideLayout" Target="../slideLayouts/slideLayout125.xml"/><Relationship Id="rId62" Type="http://schemas.openxmlformats.org/officeDocument/2006/relationships/slideLayout" Target="../slideLayouts/slideLayout133.xml"/><Relationship Id="rId70" Type="http://schemas.openxmlformats.org/officeDocument/2006/relationships/slideLayout" Target="../slideLayouts/slideLayout141.xml"/><Relationship Id="rId75" Type="http://schemas.openxmlformats.org/officeDocument/2006/relationships/image" Target="../media/image1.emf"/><Relationship Id="rId1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7.xml"/><Relationship Id="rId15" Type="http://schemas.openxmlformats.org/officeDocument/2006/relationships/slideLayout" Target="../slideLayouts/slideLayout86.xml"/><Relationship Id="rId23" Type="http://schemas.openxmlformats.org/officeDocument/2006/relationships/slideLayout" Target="../slideLayouts/slideLayout94.xml"/><Relationship Id="rId28" Type="http://schemas.openxmlformats.org/officeDocument/2006/relationships/slideLayout" Target="../slideLayouts/slideLayout99.xml"/><Relationship Id="rId36" Type="http://schemas.openxmlformats.org/officeDocument/2006/relationships/slideLayout" Target="../slideLayouts/slideLayout107.xml"/><Relationship Id="rId49" Type="http://schemas.openxmlformats.org/officeDocument/2006/relationships/slideLayout" Target="../slideLayouts/slideLayout120.xml"/><Relationship Id="rId57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81.xml"/><Relationship Id="rId31" Type="http://schemas.openxmlformats.org/officeDocument/2006/relationships/slideLayout" Target="../slideLayouts/slideLayout102.xml"/><Relationship Id="rId44" Type="http://schemas.openxmlformats.org/officeDocument/2006/relationships/slideLayout" Target="../slideLayouts/slideLayout115.xml"/><Relationship Id="rId52" Type="http://schemas.openxmlformats.org/officeDocument/2006/relationships/slideLayout" Target="../slideLayouts/slideLayout123.xml"/><Relationship Id="rId60" Type="http://schemas.openxmlformats.org/officeDocument/2006/relationships/slideLayout" Target="../slideLayouts/slideLayout131.xml"/><Relationship Id="rId65" Type="http://schemas.openxmlformats.org/officeDocument/2006/relationships/slideLayout" Target="../slideLayouts/slideLayout136.xml"/><Relationship Id="rId73" Type="http://schemas.openxmlformats.org/officeDocument/2006/relationships/tags" Target="../tags/tag76.xml"/><Relationship Id="rId4" Type="http://schemas.openxmlformats.org/officeDocument/2006/relationships/slideLayout" Target="../slideLayouts/slideLayout75.xml"/><Relationship Id="rId9" Type="http://schemas.openxmlformats.org/officeDocument/2006/relationships/slideLayout" Target="../slideLayouts/slideLayout80.xml"/><Relationship Id="rId13" Type="http://schemas.openxmlformats.org/officeDocument/2006/relationships/slideLayout" Target="../slideLayouts/slideLayout84.xml"/><Relationship Id="rId18" Type="http://schemas.openxmlformats.org/officeDocument/2006/relationships/slideLayout" Target="../slideLayouts/slideLayout89.xml"/><Relationship Id="rId39" Type="http://schemas.openxmlformats.org/officeDocument/2006/relationships/slideLayout" Target="../slideLayouts/slideLayout110.xml"/><Relationship Id="rId34" Type="http://schemas.openxmlformats.org/officeDocument/2006/relationships/slideLayout" Target="../slideLayouts/slideLayout105.xml"/><Relationship Id="rId50" Type="http://schemas.openxmlformats.org/officeDocument/2006/relationships/slideLayout" Target="../slideLayouts/slideLayout121.xml"/><Relationship Id="rId55" Type="http://schemas.openxmlformats.org/officeDocument/2006/relationships/slideLayout" Target="../slideLayouts/slideLayout126.xml"/><Relationship Id="rId76" Type="http://schemas.openxmlformats.org/officeDocument/2006/relationships/image" Target="../media/image9.svg"/><Relationship Id="rId7" Type="http://schemas.openxmlformats.org/officeDocument/2006/relationships/slideLayout" Target="../slideLayouts/slideLayout78.xml"/><Relationship Id="rId71" Type="http://schemas.openxmlformats.org/officeDocument/2006/relationships/slideLayout" Target="../slideLayouts/slideLayout1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73"/>
            </p:custDataLst>
            <p:extLst>
              <p:ext uri="{D42A27DB-BD31-4B8C-83A1-F6EECF244321}">
                <p14:modId xmlns:p14="http://schemas.microsoft.com/office/powerpoint/2010/main" val="30650994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4" imgW="270" imgH="270" progId="TCLayout.ActiveDocument.1">
                  <p:embed/>
                </p:oleObj>
              </mc:Choice>
              <mc:Fallback>
                <p:oleObj name="think-cell Slide" r:id="rId7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7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3993" y="584063"/>
            <a:ext cx="11389580" cy="51398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64460" y="2075543"/>
            <a:ext cx="11263080" cy="4079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Level six</a:t>
            </a:r>
          </a:p>
          <a:p>
            <a:pPr lvl="6"/>
            <a:r>
              <a:rPr lang="en-US"/>
              <a:t>Level seven</a:t>
            </a:r>
          </a:p>
          <a:p>
            <a:pPr lvl="7"/>
            <a:r>
              <a:rPr lang="en-US"/>
              <a:t>Level eight</a:t>
            </a:r>
          </a:p>
          <a:p>
            <a:pPr lvl="8"/>
            <a:r>
              <a:rPr lang="en-US"/>
              <a:t>Level nine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0E15673-BBFA-49EF-A8EC-170EE833971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4" name="Gráfico 10">
            <a:extLst>
              <a:ext uri="{FF2B5EF4-FFF2-40B4-BE49-F238E27FC236}">
                <a16:creationId xmlns:a16="http://schemas.microsoft.com/office/drawing/2014/main" id="{318193CA-D9BA-4364-938B-178730FFAE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33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15" r:id="rId1"/>
    <p:sldLayoutId id="2147485086" r:id="rId2"/>
    <p:sldLayoutId id="2147485183" r:id="rId3"/>
    <p:sldLayoutId id="2147485158" r:id="rId4"/>
    <p:sldLayoutId id="2147485113" r:id="rId5"/>
    <p:sldLayoutId id="2147485114" r:id="rId6"/>
    <p:sldLayoutId id="2147485154" r:id="rId7"/>
    <p:sldLayoutId id="2147485162" r:id="rId8"/>
    <p:sldLayoutId id="2147485149" r:id="rId9"/>
    <p:sldLayoutId id="2147485087" r:id="rId10"/>
    <p:sldLayoutId id="2147485112" r:id="rId11"/>
    <p:sldLayoutId id="2147485155" r:id="rId12"/>
    <p:sldLayoutId id="2147485164" r:id="rId13"/>
    <p:sldLayoutId id="2147485109" r:id="rId14"/>
    <p:sldLayoutId id="2147485165" r:id="rId15"/>
    <p:sldLayoutId id="2147485110" r:id="rId16"/>
    <p:sldLayoutId id="2147485166" r:id="rId17"/>
    <p:sldLayoutId id="2147485156" r:id="rId18"/>
    <p:sldLayoutId id="2147485167" r:id="rId19"/>
    <p:sldLayoutId id="2147485108" r:id="rId20"/>
    <p:sldLayoutId id="2147485107" r:id="rId21"/>
    <p:sldLayoutId id="2147485106" r:id="rId22"/>
    <p:sldLayoutId id="2147485090" r:id="rId23"/>
    <p:sldLayoutId id="2147485091" r:id="rId24"/>
    <p:sldLayoutId id="2147485092" r:id="rId25"/>
    <p:sldLayoutId id="2147485093" r:id="rId26"/>
    <p:sldLayoutId id="2147485116" r:id="rId27"/>
    <p:sldLayoutId id="2147485185" r:id="rId28"/>
    <p:sldLayoutId id="2147485161" r:id="rId29"/>
    <p:sldLayoutId id="2147485159" r:id="rId30"/>
    <p:sldLayoutId id="2147485119" r:id="rId31"/>
    <p:sldLayoutId id="2147485184" r:id="rId32"/>
    <p:sldLayoutId id="2147485137" r:id="rId33"/>
    <p:sldLayoutId id="2147485120" r:id="rId34"/>
    <p:sldLayoutId id="2147485121" r:id="rId35"/>
    <p:sldLayoutId id="2147485141" r:id="rId36"/>
    <p:sldLayoutId id="2147485163" r:id="rId37"/>
    <p:sldLayoutId id="2147485258" r:id="rId38"/>
    <p:sldLayoutId id="2147485139" r:id="rId39"/>
    <p:sldLayoutId id="2147485140" r:id="rId40"/>
    <p:sldLayoutId id="2147485122" r:id="rId41"/>
    <p:sldLayoutId id="2147485123" r:id="rId42"/>
    <p:sldLayoutId id="2147485151" r:id="rId43"/>
    <p:sldLayoutId id="2147485168" r:id="rId44"/>
    <p:sldLayoutId id="2147485127" r:id="rId45"/>
    <p:sldLayoutId id="2147485169" r:id="rId46"/>
    <p:sldLayoutId id="2147485126" r:id="rId47"/>
    <p:sldLayoutId id="2147485170" r:id="rId48"/>
    <p:sldLayoutId id="2147485153" r:id="rId49"/>
    <p:sldLayoutId id="2147485171" r:id="rId50"/>
    <p:sldLayoutId id="2147485128" r:id="rId51"/>
    <p:sldLayoutId id="2147485129" r:id="rId52"/>
    <p:sldLayoutId id="2147485130" r:id="rId53"/>
    <p:sldLayoutId id="2147485131" r:id="rId54"/>
    <p:sldLayoutId id="2147485145" r:id="rId55"/>
    <p:sldLayoutId id="2147485133" r:id="rId56"/>
    <p:sldLayoutId id="2147485144" r:id="rId57"/>
    <p:sldLayoutId id="2147485134" r:id="rId58"/>
    <p:sldLayoutId id="2147485146" r:id="rId59"/>
    <p:sldLayoutId id="2147485160" r:id="rId60"/>
    <p:sldLayoutId id="2147485172" r:id="rId61"/>
    <p:sldLayoutId id="2147485173" r:id="rId62"/>
    <p:sldLayoutId id="2147485174" r:id="rId63"/>
    <p:sldLayoutId id="2147485175" r:id="rId64"/>
    <p:sldLayoutId id="2147485176" r:id="rId65"/>
    <p:sldLayoutId id="2147485177" r:id="rId66"/>
    <p:sldLayoutId id="2147485178" r:id="rId67"/>
    <p:sldLayoutId id="2147485179" r:id="rId68"/>
    <p:sldLayoutId id="2147485180" r:id="rId69"/>
    <p:sldLayoutId id="2147485259" r:id="rId70"/>
    <p:sldLayoutId id="2147485262" r:id="rId71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marL="0" algn="l" defTabSz="912750" rtl="0" eaLnBrk="1" latinLnBrk="0" hangingPunct="1">
        <a:lnSpc>
          <a:spcPct val="90000"/>
        </a:lnSpc>
        <a:spcBef>
          <a:spcPct val="0"/>
        </a:spcBef>
        <a:buNone/>
        <a:defRPr lang="en-US" sz="2200" kern="1200" dirty="0">
          <a:solidFill>
            <a:srgbClr val="458FA3"/>
          </a:solidFill>
          <a:latin typeface="Santander Headline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​"/>
        <a:defRPr lang="en-US" sz="1200" kern="120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•"/>
        <a:defRPr lang="en-US" sz="1200" kern="120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rgbClr val="EB0000"/>
        </a:buClr>
        <a:buFont typeface="Trebuchet MS" panose="020B0603020202020204" pitchFamily="34" charset="0"/>
        <a:buChar char="–"/>
        <a:defRPr lang="en-US" sz="1200" kern="120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​"/>
        <a:defRPr lang="en-US" sz="1600" kern="1200">
          <a:solidFill>
            <a:srgbClr val="EB0000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​"/>
        <a:defRPr lang="en-US" sz="1600" b="1" kern="1200" smtClean="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rgbClr val="EB0000"/>
        </a:buClr>
        <a:buFont typeface="Arial" panose="020B0604020202020204" pitchFamily="34" charset="0"/>
        <a:buChar char="•"/>
        <a:defRPr lang="en-US" sz="1600" kern="1200" smtClean="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Clr>
          <a:srgbClr val="EB0000"/>
        </a:buClr>
        <a:buFont typeface="Arial" panose="020B0604020202020204" pitchFamily="34" charset="0"/>
        <a:buChar char="​"/>
        <a:defRPr lang="en-US" sz="4400" kern="1200" baseline="0" smtClean="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Clr>
          <a:srgbClr val="EB0000"/>
        </a:buClr>
        <a:buFont typeface="Arial" panose="020B0604020202020204" pitchFamily="34" charset="0"/>
        <a:buChar char="​"/>
        <a:defRPr lang="en-US" sz="5400" kern="1200" baseline="0" smtClean="0">
          <a:solidFill>
            <a:srgbClr val="EB0000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rgbClr val="EB0000"/>
        </a:buClr>
        <a:buFont typeface="Arial" panose="020B0604020202020204" pitchFamily="34" charset="0"/>
        <a:buChar char="​"/>
        <a:defRPr lang="en-US" sz="2400" kern="1200" baseline="0" dirty="0">
          <a:solidFill>
            <a:srgbClr val="EB0000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11" userDrawn="1">
          <p15:clr>
            <a:srgbClr val="F26B43"/>
          </p15:clr>
        </p15:guide>
        <p15:guide id="2" pos="293" userDrawn="1">
          <p15:clr>
            <a:srgbClr val="F26B43"/>
          </p15:clr>
        </p15:guide>
        <p15:guide id="3" pos="7387" userDrawn="1">
          <p15:clr>
            <a:srgbClr val="F26B43"/>
          </p15:clr>
        </p15:guide>
        <p15:guide id="4" orient="horz" pos="3881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73"/>
            </p:custDataLst>
            <p:extLst>
              <p:ext uri="{D42A27DB-BD31-4B8C-83A1-F6EECF244321}">
                <p14:modId xmlns:p14="http://schemas.microsoft.com/office/powerpoint/2010/main" val="30650994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4" imgW="270" imgH="270" progId="TCLayout.ActiveDocument.1">
                  <p:embed/>
                </p:oleObj>
              </mc:Choice>
              <mc:Fallback>
                <p:oleObj name="think-cell Slide" r:id="rId7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7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3993" y="584063"/>
            <a:ext cx="11389580" cy="51398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64460" y="2075543"/>
            <a:ext cx="11263080" cy="4079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Level six</a:t>
            </a:r>
          </a:p>
          <a:p>
            <a:pPr lvl="6"/>
            <a:r>
              <a:rPr lang="en-US"/>
              <a:t>Level seven</a:t>
            </a:r>
          </a:p>
          <a:p>
            <a:pPr lvl="7"/>
            <a:r>
              <a:rPr lang="en-US"/>
              <a:t>Level eight</a:t>
            </a:r>
          </a:p>
          <a:p>
            <a:pPr lvl="8"/>
            <a:r>
              <a:rPr lang="en-US"/>
              <a:t>Level nine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0E15673-BBFA-49EF-A8EC-170EE833971C}"/>
              </a:ext>
            </a:extLst>
          </p:cNvPr>
          <p:cNvSpPr txBox="1">
            <a:spLocks/>
          </p:cNvSpPr>
          <p:nvPr userDrawn="1"/>
        </p:nvSpPr>
        <p:spPr>
          <a:xfrm>
            <a:off x="11329079" y="6356350"/>
            <a:ext cx="5561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8AEDA0-D7C2-484D-8AE5-FFF565A662DB}" type="slidenum">
              <a:rPr lang="en-GB" smtClean="0">
                <a:solidFill>
                  <a:srgbClr val="E80000"/>
                </a:solidFill>
              </a:rPr>
              <a:pPr/>
              <a:t>‹Nº›</a:t>
            </a:fld>
            <a:endParaRPr lang="en-GB">
              <a:solidFill>
                <a:srgbClr val="E80000"/>
              </a:solidFill>
            </a:endParaRPr>
          </a:p>
        </p:txBody>
      </p:sp>
      <p:pic>
        <p:nvPicPr>
          <p:cNvPr id="14" name="Gráfico 10">
            <a:extLst>
              <a:ext uri="{FF2B5EF4-FFF2-40B4-BE49-F238E27FC236}">
                <a16:creationId xmlns:a16="http://schemas.microsoft.com/office/drawing/2014/main" id="{318193CA-D9BA-4364-938B-178730FFAE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6"/>
              </a:ext>
            </a:extLst>
          </a:blip>
          <a:stretch>
            <a:fillRect/>
          </a:stretch>
        </p:blipFill>
        <p:spPr>
          <a:xfrm>
            <a:off x="397213" y="6442808"/>
            <a:ext cx="1172108" cy="20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33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90" r:id="rId1"/>
    <p:sldLayoutId id="2147485191" r:id="rId2"/>
    <p:sldLayoutId id="2147485192" r:id="rId3"/>
    <p:sldLayoutId id="2147485193" r:id="rId4"/>
    <p:sldLayoutId id="2147485194" r:id="rId5"/>
    <p:sldLayoutId id="2147485195" r:id="rId6"/>
    <p:sldLayoutId id="2147485196" r:id="rId7"/>
    <p:sldLayoutId id="2147485197" r:id="rId8"/>
    <p:sldLayoutId id="2147485198" r:id="rId9"/>
    <p:sldLayoutId id="2147485199" r:id="rId10"/>
    <p:sldLayoutId id="2147485200" r:id="rId11"/>
    <p:sldLayoutId id="2147485201" r:id="rId12"/>
    <p:sldLayoutId id="2147485202" r:id="rId13"/>
    <p:sldLayoutId id="2147485203" r:id="rId14"/>
    <p:sldLayoutId id="2147485204" r:id="rId15"/>
    <p:sldLayoutId id="2147485205" r:id="rId16"/>
    <p:sldLayoutId id="2147485206" r:id="rId17"/>
    <p:sldLayoutId id="2147485207" r:id="rId18"/>
    <p:sldLayoutId id="2147485208" r:id="rId19"/>
    <p:sldLayoutId id="2147485209" r:id="rId20"/>
    <p:sldLayoutId id="2147485210" r:id="rId21"/>
    <p:sldLayoutId id="2147485211" r:id="rId22"/>
    <p:sldLayoutId id="2147485212" r:id="rId23"/>
    <p:sldLayoutId id="2147485213" r:id="rId24"/>
    <p:sldLayoutId id="2147485214" r:id="rId25"/>
    <p:sldLayoutId id="2147485215" r:id="rId26"/>
    <p:sldLayoutId id="2147485216" r:id="rId27"/>
    <p:sldLayoutId id="2147485217" r:id="rId28"/>
    <p:sldLayoutId id="2147485218" r:id="rId29"/>
    <p:sldLayoutId id="2147485219" r:id="rId30"/>
    <p:sldLayoutId id="2147485220" r:id="rId31"/>
    <p:sldLayoutId id="2147485221" r:id="rId32"/>
    <p:sldLayoutId id="2147485222" r:id="rId33"/>
    <p:sldLayoutId id="2147485223" r:id="rId34"/>
    <p:sldLayoutId id="2147485224" r:id="rId35"/>
    <p:sldLayoutId id="2147485225" r:id="rId36"/>
    <p:sldLayoutId id="2147485226" r:id="rId37"/>
    <p:sldLayoutId id="2147485227" r:id="rId38"/>
    <p:sldLayoutId id="2147485228" r:id="rId39"/>
    <p:sldLayoutId id="2147485229" r:id="rId40"/>
    <p:sldLayoutId id="2147485230" r:id="rId41"/>
    <p:sldLayoutId id="2147485231" r:id="rId42"/>
    <p:sldLayoutId id="2147485232" r:id="rId43"/>
    <p:sldLayoutId id="2147485233" r:id="rId44"/>
    <p:sldLayoutId id="2147485234" r:id="rId45"/>
    <p:sldLayoutId id="2147485235" r:id="rId46"/>
    <p:sldLayoutId id="2147485236" r:id="rId47"/>
    <p:sldLayoutId id="2147485237" r:id="rId48"/>
    <p:sldLayoutId id="2147485238" r:id="rId49"/>
    <p:sldLayoutId id="2147485239" r:id="rId50"/>
    <p:sldLayoutId id="2147485240" r:id="rId51"/>
    <p:sldLayoutId id="2147485241" r:id="rId52"/>
    <p:sldLayoutId id="2147485242" r:id="rId53"/>
    <p:sldLayoutId id="2147485243" r:id="rId54"/>
    <p:sldLayoutId id="2147485244" r:id="rId55"/>
    <p:sldLayoutId id="2147485245" r:id="rId56"/>
    <p:sldLayoutId id="2147485246" r:id="rId57"/>
    <p:sldLayoutId id="2147485247" r:id="rId58"/>
    <p:sldLayoutId id="2147485248" r:id="rId59"/>
    <p:sldLayoutId id="2147485249" r:id="rId60"/>
    <p:sldLayoutId id="2147485250" r:id="rId61"/>
    <p:sldLayoutId id="2147485251" r:id="rId62"/>
    <p:sldLayoutId id="2147485252" r:id="rId63"/>
    <p:sldLayoutId id="2147485253" r:id="rId64"/>
    <p:sldLayoutId id="2147485254" r:id="rId65"/>
    <p:sldLayoutId id="2147485255" r:id="rId66"/>
    <p:sldLayoutId id="2147485256" r:id="rId67"/>
    <p:sldLayoutId id="2147485257" r:id="rId68"/>
    <p:sldLayoutId id="2147485186" r:id="rId69"/>
    <p:sldLayoutId id="2147485187" r:id="rId70"/>
    <p:sldLayoutId id="2147485188" r:id="rId71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marL="0" algn="l" defTabSz="912750" rtl="0" eaLnBrk="1" latinLnBrk="0" hangingPunct="1">
        <a:lnSpc>
          <a:spcPct val="90000"/>
        </a:lnSpc>
        <a:spcBef>
          <a:spcPct val="0"/>
        </a:spcBef>
        <a:buNone/>
        <a:defRPr lang="en-US" sz="2200" kern="1200" dirty="0">
          <a:solidFill>
            <a:srgbClr val="458FA3"/>
          </a:solidFill>
          <a:latin typeface="Santander Headline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​"/>
        <a:defRPr lang="en-US" sz="1200" kern="120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•"/>
        <a:defRPr lang="en-US" sz="1200" kern="120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rgbClr val="EB0000"/>
        </a:buClr>
        <a:buFont typeface="Trebuchet MS" panose="020B0603020202020204" pitchFamily="34" charset="0"/>
        <a:buChar char="–"/>
        <a:defRPr lang="en-US" sz="1200" kern="120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​"/>
        <a:defRPr lang="en-US" sz="1600" kern="1200">
          <a:solidFill>
            <a:srgbClr val="EB0000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rgbClr val="EB0000"/>
        </a:buClr>
        <a:buFont typeface="Arial" panose="020B0604020202020204" pitchFamily="34" charset="0"/>
        <a:buChar char="​"/>
        <a:defRPr lang="en-US" sz="1600" b="1" kern="1200" smtClean="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rgbClr val="EB0000"/>
        </a:buClr>
        <a:buFont typeface="Arial" panose="020B0604020202020204" pitchFamily="34" charset="0"/>
        <a:buChar char="•"/>
        <a:defRPr lang="en-US" sz="1600" kern="1200" smtClean="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Clr>
          <a:srgbClr val="EB0000"/>
        </a:buClr>
        <a:buFont typeface="Arial" panose="020B0604020202020204" pitchFamily="34" charset="0"/>
        <a:buChar char="​"/>
        <a:defRPr lang="en-US" sz="4400" kern="1200" baseline="0" smtClean="0">
          <a:solidFill>
            <a:srgbClr val="000000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Clr>
          <a:srgbClr val="EB0000"/>
        </a:buClr>
        <a:buFont typeface="Arial" panose="020B0604020202020204" pitchFamily="34" charset="0"/>
        <a:buChar char="​"/>
        <a:defRPr lang="en-US" sz="5400" kern="1200" baseline="0" smtClean="0">
          <a:solidFill>
            <a:srgbClr val="EB0000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rgbClr val="EB0000"/>
        </a:buClr>
        <a:buFont typeface="Arial" panose="020B0604020202020204" pitchFamily="34" charset="0"/>
        <a:buChar char="​"/>
        <a:defRPr lang="en-US" sz="2400" kern="1200" baseline="0" dirty="0">
          <a:solidFill>
            <a:srgbClr val="EB0000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11" userDrawn="1">
          <p15:clr>
            <a:srgbClr val="F26B43"/>
          </p15:clr>
        </p15:guide>
        <p15:guide id="2" pos="293" userDrawn="1">
          <p15:clr>
            <a:srgbClr val="F26B43"/>
          </p15:clr>
        </p15:guide>
        <p15:guide id="3" pos="7387" userDrawn="1">
          <p15:clr>
            <a:srgbClr val="F26B43"/>
          </p15:clr>
        </p15:guide>
        <p15:guide id="4" orient="horz" pos="38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0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140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7.xml"/><Relationship Id="rId1" Type="http://schemas.openxmlformats.org/officeDocument/2006/relationships/tags" Target="../tags/tag151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141.bin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3AA5C797-6C76-4F41-8BD2-832466D90F3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58318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3AA5C797-6C76-4F41-8BD2-832466D90F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7">
            <a:extLst>
              <a:ext uri="{FF2B5EF4-FFF2-40B4-BE49-F238E27FC236}">
                <a16:creationId xmlns:a16="http://schemas.microsoft.com/office/drawing/2014/main" id="{1085DD50-B214-4F06-89C4-3A5E7B7F7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1744" y="1096485"/>
            <a:ext cx="8181623" cy="1892042"/>
          </a:xfrm>
        </p:spPr>
        <p:txBody>
          <a:bodyPr vert="horz">
            <a:normAutofit fontScale="90000"/>
          </a:bodyPr>
          <a:lstStyle/>
          <a:p>
            <a:r>
              <a:rPr lang="es-ES" dirty="0"/>
              <a:t>CI/CD </a:t>
            </a:r>
            <a:r>
              <a:rPr lang="es-ES" dirty="0" err="1"/>
              <a:t>for</a:t>
            </a:r>
            <a:r>
              <a:rPr lang="es-ES" dirty="0"/>
              <a:t> Enterprise Low-Code AI </a:t>
            </a:r>
            <a:r>
              <a:rPr lang="es-ES" dirty="0" err="1"/>
              <a:t>Agents</a:t>
            </a:r>
            <a:br>
              <a:rPr lang="es-ES" b="1" dirty="0"/>
            </a:br>
            <a:endParaRPr lang="en-US" noProof="0" dirty="0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82E60982-1EE1-4DA4-8A7D-9A9DAD544A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4620" y="3077736"/>
            <a:ext cx="4934309" cy="2080859"/>
          </a:xfrm>
        </p:spPr>
        <p:txBody>
          <a:bodyPr/>
          <a:lstStyle/>
          <a:p>
            <a:r>
              <a:rPr lang="es-ES" sz="2800" dirty="0"/>
              <a:t>Low-</a:t>
            </a:r>
            <a:r>
              <a:rPr lang="es-ES" sz="2800" dirty="0" err="1"/>
              <a:t>code</a:t>
            </a:r>
            <a:r>
              <a:rPr lang="es-ES" sz="2800" dirty="0"/>
              <a:t> </a:t>
            </a:r>
            <a:r>
              <a:rPr lang="es-ES" sz="2800" dirty="0" err="1"/>
              <a:t>accelerates</a:t>
            </a:r>
            <a:r>
              <a:rPr lang="es-ES" sz="2800" dirty="0"/>
              <a:t> </a:t>
            </a:r>
            <a:r>
              <a:rPr lang="es-ES" sz="2800" dirty="0" err="1"/>
              <a:t>agent</a:t>
            </a:r>
            <a:r>
              <a:rPr lang="es-ES" sz="2800" dirty="0"/>
              <a:t> </a:t>
            </a:r>
            <a:r>
              <a:rPr lang="es-ES" sz="2800" dirty="0" err="1"/>
              <a:t>creation</a:t>
            </a:r>
            <a:r>
              <a:rPr lang="es-ES" sz="2800" dirty="0"/>
              <a:t>. CI/CD </a:t>
            </a:r>
            <a:r>
              <a:rPr lang="es-ES" sz="2800" dirty="0" err="1"/>
              <a:t>industrializes</a:t>
            </a:r>
            <a:r>
              <a:rPr lang="es-ES" sz="2800" dirty="0"/>
              <a:t> </a:t>
            </a:r>
            <a:r>
              <a:rPr lang="es-ES" sz="2800" dirty="0" err="1"/>
              <a:t>agent</a:t>
            </a:r>
            <a:r>
              <a:rPr lang="es-ES" sz="2800" dirty="0"/>
              <a:t> </a:t>
            </a:r>
            <a:r>
              <a:rPr lang="es-ES" sz="2800" dirty="0" err="1"/>
              <a:t>delivery</a:t>
            </a:r>
            <a:r>
              <a:rPr lang="es-ES" sz="2800" dirty="0"/>
              <a:t>.</a:t>
            </a:r>
          </a:p>
          <a:p>
            <a:endParaRPr lang="en-US" noProof="0" dirty="0"/>
          </a:p>
          <a:p>
            <a:r>
              <a:rPr lang="en-US" noProof="0" dirty="0"/>
              <a:t>May 2026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CA5E8D-B93F-AF6A-AD38-E797514F5A26}"/>
              </a:ext>
            </a:extLst>
          </p:cNvPr>
          <p:cNvSpPr txBox="1"/>
          <p:nvPr/>
        </p:nvSpPr>
        <p:spPr>
          <a:xfrm>
            <a:off x="3033132" y="-490654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1031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BB5C2-C285-BEF6-4CE0-2A630F813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443B61-4151-96DD-04D2-28BB97062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93" y="365126"/>
            <a:ext cx="11253576" cy="491522"/>
          </a:xfrm>
        </p:spPr>
        <p:txBody>
          <a:bodyPr>
            <a:normAutofit fontScale="90000"/>
          </a:bodyPr>
          <a:lstStyle/>
          <a:p>
            <a:pPr>
              <a:spcBef>
                <a:spcPct val="0"/>
              </a:spcBef>
            </a:pPr>
            <a:r>
              <a:rPr lang="en-US" sz="2400" dirty="0">
                <a:solidFill>
                  <a:schemeClr val="accent3"/>
                </a:solidFill>
              </a:rPr>
              <a:t>CI/CD for Enterprise Low-Code AI Agents |</a:t>
            </a:r>
            <a:r>
              <a:rPr lang="es-ES" sz="2400" dirty="0"/>
              <a:t>Why Maisa Needs CI/CD. The </a:t>
            </a:r>
            <a:r>
              <a:rPr lang="es-ES" sz="2400" dirty="0" err="1"/>
              <a:t>faster</a:t>
            </a:r>
            <a:r>
              <a:rPr lang="es-ES" sz="2400" dirty="0"/>
              <a:t> </a:t>
            </a:r>
            <a:r>
              <a:rPr lang="es-ES" sz="2400" dirty="0" err="1"/>
              <a:t>we</a:t>
            </a:r>
            <a:r>
              <a:rPr lang="es-ES" sz="2400" dirty="0"/>
              <a:t> </a:t>
            </a:r>
            <a:r>
              <a:rPr lang="es-ES" sz="2400" dirty="0" err="1"/>
              <a:t>create</a:t>
            </a:r>
            <a:r>
              <a:rPr lang="es-ES" sz="2400" dirty="0"/>
              <a:t> </a:t>
            </a:r>
            <a:r>
              <a:rPr lang="es-ES" sz="2400" dirty="0" err="1"/>
              <a:t>agents</a:t>
            </a:r>
            <a:r>
              <a:rPr lang="es-ES" sz="2400" dirty="0"/>
              <a:t>, </a:t>
            </a:r>
            <a:r>
              <a:rPr lang="es-ES" sz="2400" dirty="0" err="1"/>
              <a:t>the</a:t>
            </a:r>
            <a:r>
              <a:rPr lang="es-ES" sz="2400" dirty="0"/>
              <a:t> more </a:t>
            </a:r>
            <a:r>
              <a:rPr lang="es-ES" sz="2400" dirty="0" err="1"/>
              <a:t>important</a:t>
            </a:r>
            <a:r>
              <a:rPr lang="es-ES" sz="2400" dirty="0"/>
              <a:t> </a:t>
            </a:r>
            <a:r>
              <a:rPr lang="es-ES" sz="2400" dirty="0" err="1"/>
              <a:t>deployment</a:t>
            </a:r>
            <a:r>
              <a:rPr lang="es-ES" sz="2400" dirty="0"/>
              <a:t> </a:t>
            </a:r>
            <a:r>
              <a:rPr lang="es-ES" sz="2400" dirty="0" err="1"/>
              <a:t>governance</a:t>
            </a:r>
            <a:r>
              <a:rPr lang="es-ES" sz="2400" dirty="0"/>
              <a:t> </a:t>
            </a:r>
            <a:r>
              <a:rPr lang="es-ES" sz="2400" dirty="0" err="1"/>
              <a:t>becomes</a:t>
            </a:r>
            <a:r>
              <a:rPr lang="es-ES" sz="2400" dirty="0"/>
              <a:t>.</a:t>
            </a:r>
            <a:br>
              <a:rPr lang="es-ES" sz="2400" dirty="0"/>
            </a:br>
            <a:endParaRPr lang="en-US" noProof="0" dirty="0">
              <a:latin typeface="+mj-lt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2A501E-18AA-084D-F366-A26675035AA5}"/>
              </a:ext>
            </a:extLst>
          </p:cNvPr>
          <p:cNvSpPr txBox="1">
            <a:spLocks/>
          </p:cNvSpPr>
          <p:nvPr/>
        </p:nvSpPr>
        <p:spPr>
          <a:xfrm>
            <a:off x="134754" y="17538"/>
            <a:ext cx="10741347" cy="34964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284400" indent="-1728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2pPr>
            <a:lvl3pPr marL="511200" indent="-165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Trebuchet MS" panose="020B0603020202020204" pitchFamily="34" charset="0"/>
              <a:buChar char="–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kern="12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5pPr>
            <a:lvl6pPr marL="269875" indent="-1524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6pPr>
            <a:lvl7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4400" kern="1200" baseline="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5400" kern="1200" baseline="0" smtClean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2400" kern="1200" baseline="0" dirty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600" noProof="0">
                <a:solidFill>
                  <a:srgbClr val="EB0000"/>
                </a:solidFill>
              </a:rPr>
              <a:t>Taxonomy</a:t>
            </a:r>
            <a:endParaRPr lang="en-US" sz="1100" noProof="0"/>
          </a:p>
        </p:txBody>
      </p:sp>
      <p:sp>
        <p:nvSpPr>
          <p:cNvPr id="300" name="CuadroTexto 299">
            <a:extLst>
              <a:ext uri="{FF2B5EF4-FFF2-40B4-BE49-F238E27FC236}">
                <a16:creationId xmlns:a16="http://schemas.microsoft.com/office/drawing/2014/main" id="{61FDC408-D5BF-3E11-F185-13E8F82E110D}"/>
              </a:ext>
            </a:extLst>
          </p:cNvPr>
          <p:cNvSpPr txBox="1"/>
          <p:nvPr/>
        </p:nvSpPr>
        <p:spPr>
          <a:xfrm>
            <a:off x="8363415" y="-80288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303" name="CuadroTexto 302">
            <a:extLst>
              <a:ext uri="{FF2B5EF4-FFF2-40B4-BE49-F238E27FC236}">
                <a16:creationId xmlns:a16="http://schemas.microsoft.com/office/drawing/2014/main" id="{AC3FA7C0-E792-9E1F-7662-B92E9257936D}"/>
              </a:ext>
            </a:extLst>
          </p:cNvPr>
          <p:cNvSpPr txBox="1"/>
          <p:nvPr/>
        </p:nvSpPr>
        <p:spPr>
          <a:xfrm>
            <a:off x="8218449" y="-847493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270" name="CuadroTexto 269">
            <a:extLst>
              <a:ext uri="{FF2B5EF4-FFF2-40B4-BE49-F238E27FC236}">
                <a16:creationId xmlns:a16="http://schemas.microsoft.com/office/drawing/2014/main" id="{2A634F9B-9678-9D31-9665-95C1037D0561}"/>
              </a:ext>
            </a:extLst>
          </p:cNvPr>
          <p:cNvSpPr txBox="1"/>
          <p:nvPr/>
        </p:nvSpPr>
        <p:spPr>
          <a:xfrm>
            <a:off x="379141" y="869799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278" name="CuadroTexto 277">
            <a:extLst>
              <a:ext uri="{FF2B5EF4-FFF2-40B4-BE49-F238E27FC236}">
                <a16:creationId xmlns:a16="http://schemas.microsoft.com/office/drawing/2014/main" id="{FCC34108-16C9-6F18-0208-7B542CAD1444}"/>
              </a:ext>
            </a:extLst>
          </p:cNvPr>
          <p:cNvSpPr txBox="1"/>
          <p:nvPr/>
        </p:nvSpPr>
        <p:spPr>
          <a:xfrm>
            <a:off x="-111512" y="981311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10" name="Google Shape;158;g3b312e66648_0_0">
            <a:extLst>
              <a:ext uri="{FF2B5EF4-FFF2-40B4-BE49-F238E27FC236}">
                <a16:creationId xmlns:a16="http://schemas.microsoft.com/office/drawing/2014/main" id="{4A1557E2-E24E-A5D5-E344-7C849706DE67}"/>
              </a:ext>
            </a:extLst>
          </p:cNvPr>
          <p:cNvSpPr txBox="1"/>
          <p:nvPr/>
        </p:nvSpPr>
        <p:spPr>
          <a:xfrm>
            <a:off x="8058233" y="3132000"/>
            <a:ext cx="3327739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s-ES" dirty="0"/>
              <a:t>Security and </a:t>
            </a:r>
            <a:r>
              <a:rPr lang="es-ES" dirty="0" err="1"/>
              <a:t>compliance</a:t>
            </a:r>
            <a:r>
              <a:rPr lang="es-ES" dirty="0"/>
              <a:t> </a:t>
            </a:r>
            <a:r>
              <a:rPr lang="es-ES" dirty="0" err="1"/>
              <a:t>concerns</a:t>
            </a:r>
            <a:endParaRPr lang="en-US" noProof="0" dirty="0"/>
          </a:p>
        </p:txBody>
      </p:sp>
      <p:sp>
        <p:nvSpPr>
          <p:cNvPr id="16" name="Google Shape;158;g3b312e66648_0_0">
            <a:extLst>
              <a:ext uri="{FF2B5EF4-FFF2-40B4-BE49-F238E27FC236}">
                <a16:creationId xmlns:a16="http://schemas.microsoft.com/office/drawing/2014/main" id="{F2441174-6EC2-69E7-F768-6FB24DB2CA9F}"/>
              </a:ext>
            </a:extLst>
          </p:cNvPr>
          <p:cNvSpPr txBox="1"/>
          <p:nvPr/>
        </p:nvSpPr>
        <p:spPr>
          <a:xfrm>
            <a:off x="472923" y="3132000"/>
            <a:ext cx="3067835" cy="59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s-ES" dirty="0"/>
              <a:t>Manual and </a:t>
            </a:r>
            <a:r>
              <a:rPr lang="es-ES" dirty="0" err="1"/>
              <a:t>inconsistent</a:t>
            </a:r>
            <a:r>
              <a:rPr lang="es-ES" dirty="0"/>
              <a:t> </a:t>
            </a:r>
            <a:r>
              <a:rPr lang="es-ES" dirty="0" err="1"/>
              <a:t>deployments</a:t>
            </a:r>
            <a:endParaRPr lang="en-US" noProof="0" dirty="0"/>
          </a:p>
        </p:txBody>
      </p:sp>
      <p:sp>
        <p:nvSpPr>
          <p:cNvPr id="22" name="Google Shape;158;g3b312e66648_0_0">
            <a:extLst>
              <a:ext uri="{FF2B5EF4-FFF2-40B4-BE49-F238E27FC236}">
                <a16:creationId xmlns:a16="http://schemas.microsoft.com/office/drawing/2014/main" id="{08235E48-7A30-3BFD-DE3F-29750C228873}"/>
              </a:ext>
            </a:extLst>
          </p:cNvPr>
          <p:cNvSpPr txBox="1"/>
          <p:nvPr/>
        </p:nvSpPr>
        <p:spPr>
          <a:xfrm>
            <a:off x="4470083" y="3132000"/>
            <a:ext cx="2788777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s-ES" dirty="0" err="1"/>
              <a:t>Limited</a:t>
            </a:r>
            <a:r>
              <a:rPr lang="es-ES" dirty="0"/>
              <a:t> </a:t>
            </a:r>
            <a:r>
              <a:rPr lang="es-ES" dirty="0" err="1"/>
              <a:t>testing</a:t>
            </a:r>
            <a:r>
              <a:rPr lang="es-ES" dirty="0"/>
              <a:t> </a:t>
            </a:r>
            <a:r>
              <a:rPr lang="es-ES" dirty="0" err="1"/>
              <a:t>before</a:t>
            </a:r>
            <a:r>
              <a:rPr lang="es-ES" dirty="0"/>
              <a:t> </a:t>
            </a:r>
            <a:r>
              <a:rPr lang="es-ES" dirty="0" err="1"/>
              <a:t>production</a:t>
            </a:r>
            <a:endParaRPr lang="en-US" noProof="0" dirty="0"/>
          </a:p>
        </p:txBody>
      </p:sp>
      <p:sp>
        <p:nvSpPr>
          <p:cNvPr id="41" name="Google Shape;8718;p292">
            <a:extLst>
              <a:ext uri="{FF2B5EF4-FFF2-40B4-BE49-F238E27FC236}">
                <a16:creationId xmlns:a16="http://schemas.microsoft.com/office/drawing/2014/main" id="{2DB79413-148F-8256-0D31-8BB0EC8F7676}"/>
              </a:ext>
            </a:extLst>
          </p:cNvPr>
          <p:cNvSpPr/>
          <p:nvPr/>
        </p:nvSpPr>
        <p:spPr>
          <a:xfrm>
            <a:off x="9434350" y="2141446"/>
            <a:ext cx="575505" cy="57726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99139" y="71914"/>
                </a:moveTo>
                <a:cubicBezTo>
                  <a:pt x="107096" y="63971"/>
                  <a:pt x="107096" y="63971"/>
                  <a:pt x="107096" y="63971"/>
                </a:cubicBezTo>
                <a:cubicBezTo>
                  <a:pt x="107526" y="63327"/>
                  <a:pt x="107526" y="62468"/>
                  <a:pt x="107096" y="61824"/>
                </a:cubicBezTo>
                <a:cubicBezTo>
                  <a:pt x="106451" y="61180"/>
                  <a:pt x="105376" y="61180"/>
                  <a:pt x="104946" y="61824"/>
                </a:cubicBezTo>
                <a:cubicBezTo>
                  <a:pt x="97204" y="69338"/>
                  <a:pt x="97204" y="69338"/>
                  <a:pt x="97204" y="69338"/>
                </a:cubicBezTo>
                <a:cubicBezTo>
                  <a:pt x="97204" y="46583"/>
                  <a:pt x="97204" y="46583"/>
                  <a:pt x="97204" y="46583"/>
                </a:cubicBezTo>
                <a:cubicBezTo>
                  <a:pt x="118709" y="25330"/>
                  <a:pt x="118709" y="25330"/>
                  <a:pt x="118709" y="25330"/>
                </a:cubicBezTo>
                <a:cubicBezTo>
                  <a:pt x="118924" y="24901"/>
                  <a:pt x="119139" y="24686"/>
                  <a:pt x="119139" y="24257"/>
                </a:cubicBezTo>
                <a:cubicBezTo>
                  <a:pt x="119139" y="23828"/>
                  <a:pt x="118924" y="23398"/>
                  <a:pt x="118709" y="23184"/>
                </a:cubicBezTo>
                <a:cubicBezTo>
                  <a:pt x="96774" y="1288"/>
                  <a:pt x="96774" y="1288"/>
                  <a:pt x="96774" y="1288"/>
                </a:cubicBezTo>
                <a:cubicBezTo>
                  <a:pt x="96344" y="858"/>
                  <a:pt x="95268" y="858"/>
                  <a:pt x="94623" y="1288"/>
                </a:cubicBezTo>
                <a:cubicBezTo>
                  <a:pt x="73763" y="22110"/>
                  <a:pt x="73763" y="22110"/>
                  <a:pt x="73763" y="22110"/>
                </a:cubicBezTo>
                <a:cubicBezTo>
                  <a:pt x="64516" y="13094"/>
                  <a:pt x="64516" y="13094"/>
                  <a:pt x="64516" y="13094"/>
                </a:cubicBezTo>
                <a:cubicBezTo>
                  <a:pt x="63870" y="12450"/>
                  <a:pt x="63010" y="12450"/>
                  <a:pt x="62365" y="13094"/>
                </a:cubicBezTo>
                <a:cubicBezTo>
                  <a:pt x="61935" y="13524"/>
                  <a:pt x="61935" y="14597"/>
                  <a:pt x="62365" y="15026"/>
                </a:cubicBezTo>
                <a:cubicBezTo>
                  <a:pt x="70107" y="22754"/>
                  <a:pt x="70107" y="22754"/>
                  <a:pt x="70107" y="22754"/>
                </a:cubicBezTo>
                <a:cubicBezTo>
                  <a:pt x="48387" y="22754"/>
                  <a:pt x="48387" y="22754"/>
                  <a:pt x="48387" y="22754"/>
                </a:cubicBezTo>
                <a:cubicBezTo>
                  <a:pt x="47741" y="10089"/>
                  <a:pt x="37204" y="0"/>
                  <a:pt x="24301" y="0"/>
                </a:cubicBezTo>
                <a:cubicBezTo>
                  <a:pt x="10967" y="0"/>
                  <a:pt x="0" y="10948"/>
                  <a:pt x="0" y="24257"/>
                </a:cubicBezTo>
                <a:cubicBezTo>
                  <a:pt x="0" y="36279"/>
                  <a:pt x="9032" y="46583"/>
                  <a:pt x="20860" y="48085"/>
                </a:cubicBezTo>
                <a:cubicBezTo>
                  <a:pt x="13118" y="55813"/>
                  <a:pt x="13118" y="55813"/>
                  <a:pt x="13118" y="55813"/>
                </a:cubicBezTo>
                <a:cubicBezTo>
                  <a:pt x="12473" y="56457"/>
                  <a:pt x="12473" y="57531"/>
                  <a:pt x="13118" y="57960"/>
                </a:cubicBezTo>
                <a:cubicBezTo>
                  <a:pt x="13548" y="58604"/>
                  <a:pt x="14623" y="58604"/>
                  <a:pt x="15268" y="57960"/>
                </a:cubicBezTo>
                <a:cubicBezTo>
                  <a:pt x="22795" y="50447"/>
                  <a:pt x="22795" y="50447"/>
                  <a:pt x="22795" y="50447"/>
                </a:cubicBezTo>
                <a:cubicBezTo>
                  <a:pt x="22795" y="71699"/>
                  <a:pt x="22795" y="71699"/>
                  <a:pt x="22795" y="71699"/>
                </a:cubicBezTo>
                <a:cubicBezTo>
                  <a:pt x="1505" y="71699"/>
                  <a:pt x="1505" y="71699"/>
                  <a:pt x="1505" y="71699"/>
                </a:cubicBezTo>
                <a:cubicBezTo>
                  <a:pt x="645" y="71699"/>
                  <a:pt x="0" y="72343"/>
                  <a:pt x="0" y="73202"/>
                </a:cubicBezTo>
                <a:cubicBezTo>
                  <a:pt x="0" y="118497"/>
                  <a:pt x="0" y="118497"/>
                  <a:pt x="0" y="118497"/>
                </a:cubicBezTo>
                <a:cubicBezTo>
                  <a:pt x="0" y="119355"/>
                  <a:pt x="645" y="120000"/>
                  <a:pt x="1505" y="120000"/>
                </a:cubicBezTo>
                <a:cubicBezTo>
                  <a:pt x="47096" y="120000"/>
                  <a:pt x="47096" y="120000"/>
                  <a:pt x="47096" y="120000"/>
                </a:cubicBezTo>
                <a:cubicBezTo>
                  <a:pt x="47956" y="120000"/>
                  <a:pt x="48602" y="119355"/>
                  <a:pt x="48602" y="118497"/>
                </a:cubicBezTo>
                <a:cubicBezTo>
                  <a:pt x="48602" y="73202"/>
                  <a:pt x="48602" y="73202"/>
                  <a:pt x="48602" y="73202"/>
                </a:cubicBezTo>
                <a:cubicBezTo>
                  <a:pt x="48602" y="72343"/>
                  <a:pt x="47956" y="71699"/>
                  <a:pt x="47096" y="71699"/>
                </a:cubicBezTo>
                <a:cubicBezTo>
                  <a:pt x="25806" y="71699"/>
                  <a:pt x="25806" y="71699"/>
                  <a:pt x="25806" y="71699"/>
                </a:cubicBezTo>
                <a:cubicBezTo>
                  <a:pt x="25806" y="50447"/>
                  <a:pt x="25806" y="50447"/>
                  <a:pt x="25806" y="50447"/>
                </a:cubicBezTo>
                <a:cubicBezTo>
                  <a:pt x="33333" y="57960"/>
                  <a:pt x="33333" y="57960"/>
                  <a:pt x="33333" y="57960"/>
                </a:cubicBezTo>
                <a:cubicBezTo>
                  <a:pt x="33763" y="58389"/>
                  <a:pt x="33978" y="58389"/>
                  <a:pt x="34408" y="58389"/>
                </a:cubicBezTo>
                <a:cubicBezTo>
                  <a:pt x="34838" y="58389"/>
                  <a:pt x="35268" y="58389"/>
                  <a:pt x="35483" y="57960"/>
                </a:cubicBezTo>
                <a:cubicBezTo>
                  <a:pt x="36129" y="57531"/>
                  <a:pt x="36129" y="56457"/>
                  <a:pt x="35483" y="55813"/>
                </a:cubicBezTo>
                <a:cubicBezTo>
                  <a:pt x="27741" y="48085"/>
                  <a:pt x="27741" y="48085"/>
                  <a:pt x="27741" y="48085"/>
                </a:cubicBezTo>
                <a:cubicBezTo>
                  <a:pt x="38924" y="46583"/>
                  <a:pt x="47741" y="37137"/>
                  <a:pt x="48387" y="25760"/>
                </a:cubicBezTo>
                <a:cubicBezTo>
                  <a:pt x="70107" y="25760"/>
                  <a:pt x="70107" y="25760"/>
                  <a:pt x="70107" y="25760"/>
                </a:cubicBezTo>
                <a:cubicBezTo>
                  <a:pt x="62365" y="33273"/>
                  <a:pt x="62365" y="33273"/>
                  <a:pt x="62365" y="33273"/>
                </a:cubicBezTo>
                <a:cubicBezTo>
                  <a:pt x="61935" y="33917"/>
                  <a:pt x="61935" y="34776"/>
                  <a:pt x="62365" y="35420"/>
                </a:cubicBezTo>
                <a:cubicBezTo>
                  <a:pt x="62795" y="35635"/>
                  <a:pt x="63010" y="35849"/>
                  <a:pt x="63440" y="35849"/>
                </a:cubicBezTo>
                <a:cubicBezTo>
                  <a:pt x="63870" y="35849"/>
                  <a:pt x="64301" y="35635"/>
                  <a:pt x="64516" y="35420"/>
                </a:cubicBezTo>
                <a:cubicBezTo>
                  <a:pt x="73763" y="26189"/>
                  <a:pt x="73763" y="26189"/>
                  <a:pt x="73763" y="26189"/>
                </a:cubicBezTo>
                <a:cubicBezTo>
                  <a:pt x="94193" y="46583"/>
                  <a:pt x="94193" y="46583"/>
                  <a:pt x="94193" y="46583"/>
                </a:cubicBezTo>
                <a:cubicBezTo>
                  <a:pt x="94193" y="69338"/>
                  <a:pt x="94193" y="69338"/>
                  <a:pt x="94193" y="69338"/>
                </a:cubicBezTo>
                <a:cubicBezTo>
                  <a:pt x="86666" y="61824"/>
                  <a:pt x="86666" y="61824"/>
                  <a:pt x="86666" y="61824"/>
                </a:cubicBezTo>
                <a:cubicBezTo>
                  <a:pt x="86021" y="61180"/>
                  <a:pt x="85161" y="61180"/>
                  <a:pt x="84516" y="61824"/>
                </a:cubicBezTo>
                <a:cubicBezTo>
                  <a:pt x="83870" y="62468"/>
                  <a:pt x="83870" y="63327"/>
                  <a:pt x="84516" y="63971"/>
                </a:cubicBezTo>
                <a:cubicBezTo>
                  <a:pt x="92473" y="71914"/>
                  <a:pt x="92473" y="71914"/>
                  <a:pt x="92473" y="71914"/>
                </a:cubicBezTo>
                <a:cubicBezTo>
                  <a:pt x="80645" y="73416"/>
                  <a:pt x="71612" y="83506"/>
                  <a:pt x="71612" y="95742"/>
                </a:cubicBezTo>
                <a:cubicBezTo>
                  <a:pt x="71612" y="109051"/>
                  <a:pt x="82365" y="120000"/>
                  <a:pt x="95698" y="120000"/>
                </a:cubicBezTo>
                <a:cubicBezTo>
                  <a:pt x="109247" y="120000"/>
                  <a:pt x="120000" y="109051"/>
                  <a:pt x="120000" y="95742"/>
                </a:cubicBezTo>
                <a:cubicBezTo>
                  <a:pt x="120000" y="83506"/>
                  <a:pt x="110967" y="73416"/>
                  <a:pt x="99139" y="71914"/>
                </a:cubicBezTo>
                <a:close/>
                <a:moveTo>
                  <a:pt x="45591" y="116994"/>
                </a:moveTo>
                <a:cubicBezTo>
                  <a:pt x="3010" y="116994"/>
                  <a:pt x="3010" y="116994"/>
                  <a:pt x="3010" y="116994"/>
                </a:cubicBezTo>
                <a:cubicBezTo>
                  <a:pt x="3010" y="74704"/>
                  <a:pt x="3010" y="74704"/>
                  <a:pt x="3010" y="74704"/>
                </a:cubicBezTo>
                <a:cubicBezTo>
                  <a:pt x="45591" y="74704"/>
                  <a:pt x="45591" y="74704"/>
                  <a:pt x="45591" y="74704"/>
                </a:cubicBezTo>
                <a:lnTo>
                  <a:pt x="45591" y="116994"/>
                </a:lnTo>
                <a:close/>
                <a:moveTo>
                  <a:pt x="24946" y="45295"/>
                </a:moveTo>
                <a:cubicBezTo>
                  <a:pt x="24731" y="45295"/>
                  <a:pt x="24516" y="45295"/>
                  <a:pt x="24301" y="45295"/>
                </a:cubicBezTo>
                <a:cubicBezTo>
                  <a:pt x="24086" y="45295"/>
                  <a:pt x="23870" y="45295"/>
                  <a:pt x="23655" y="45295"/>
                </a:cubicBezTo>
                <a:cubicBezTo>
                  <a:pt x="12258" y="45080"/>
                  <a:pt x="3010" y="35635"/>
                  <a:pt x="3010" y="24257"/>
                </a:cubicBezTo>
                <a:cubicBezTo>
                  <a:pt x="3010" y="12450"/>
                  <a:pt x="12473" y="3005"/>
                  <a:pt x="24301" y="3005"/>
                </a:cubicBezTo>
                <a:cubicBezTo>
                  <a:pt x="35913" y="3005"/>
                  <a:pt x="45591" y="12450"/>
                  <a:pt x="45591" y="24257"/>
                </a:cubicBezTo>
                <a:cubicBezTo>
                  <a:pt x="45591" y="35635"/>
                  <a:pt x="36344" y="45080"/>
                  <a:pt x="24946" y="45295"/>
                </a:cubicBezTo>
                <a:close/>
                <a:moveTo>
                  <a:pt x="95698" y="4508"/>
                </a:moveTo>
                <a:cubicBezTo>
                  <a:pt x="115483" y="24257"/>
                  <a:pt x="115483" y="24257"/>
                  <a:pt x="115483" y="24257"/>
                </a:cubicBezTo>
                <a:cubicBezTo>
                  <a:pt x="95698" y="43792"/>
                  <a:pt x="95698" y="43792"/>
                  <a:pt x="95698" y="43792"/>
                </a:cubicBezTo>
                <a:cubicBezTo>
                  <a:pt x="76129" y="24257"/>
                  <a:pt x="76129" y="24257"/>
                  <a:pt x="76129" y="24257"/>
                </a:cubicBezTo>
                <a:lnTo>
                  <a:pt x="95698" y="4508"/>
                </a:lnTo>
                <a:close/>
                <a:moveTo>
                  <a:pt x="95698" y="116994"/>
                </a:moveTo>
                <a:cubicBezTo>
                  <a:pt x="84086" y="116994"/>
                  <a:pt x="74623" y="107549"/>
                  <a:pt x="74623" y="95742"/>
                </a:cubicBezTo>
                <a:cubicBezTo>
                  <a:pt x="74623" y="84150"/>
                  <a:pt x="84086" y="74704"/>
                  <a:pt x="95698" y="74704"/>
                </a:cubicBezTo>
                <a:cubicBezTo>
                  <a:pt x="107526" y="74704"/>
                  <a:pt x="116989" y="84150"/>
                  <a:pt x="116989" y="95742"/>
                </a:cubicBezTo>
                <a:cubicBezTo>
                  <a:pt x="116989" y="107549"/>
                  <a:pt x="107526" y="116994"/>
                  <a:pt x="95698" y="11699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400" noProof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B71FCE2-9FD2-3C7F-2C4C-A05AD1C3B8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Google Shape;157;g3b312e66648_0_0">
            <a:extLst>
              <a:ext uri="{FF2B5EF4-FFF2-40B4-BE49-F238E27FC236}">
                <a16:creationId xmlns:a16="http://schemas.microsoft.com/office/drawing/2014/main" id="{6766D498-8DE2-E7B6-B3DB-07FE0E2AE065}"/>
              </a:ext>
            </a:extLst>
          </p:cNvPr>
          <p:cNvSpPr txBox="1"/>
          <p:nvPr/>
        </p:nvSpPr>
        <p:spPr>
          <a:xfrm>
            <a:off x="624283" y="1095901"/>
            <a:ext cx="10411579" cy="259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fontAlgn="base">
              <a:buClr>
                <a:schemeClr val="dk2"/>
              </a:buClr>
              <a:buSzPts val="1400"/>
            </a:pPr>
            <a:r>
              <a:rPr lang="es-ES" sz="1400" dirty="0"/>
              <a:t>Low-</a:t>
            </a:r>
            <a:r>
              <a:rPr lang="es-ES" sz="1400" dirty="0" err="1"/>
              <a:t>code</a:t>
            </a:r>
            <a:r>
              <a:rPr lang="es-ES" sz="1400" dirty="0"/>
              <a:t> </a:t>
            </a:r>
            <a:r>
              <a:rPr lang="es-ES" sz="1400" dirty="0" err="1"/>
              <a:t>platforms</a:t>
            </a:r>
            <a:r>
              <a:rPr lang="es-ES" sz="1400" dirty="0"/>
              <a:t> </a:t>
            </a:r>
            <a:r>
              <a:rPr lang="es-ES" sz="1400" dirty="0" err="1"/>
              <a:t>accelerate</a:t>
            </a:r>
            <a:r>
              <a:rPr lang="es-ES" sz="1400" dirty="0"/>
              <a:t> AI </a:t>
            </a:r>
            <a:r>
              <a:rPr lang="es-ES" sz="1400" dirty="0" err="1"/>
              <a:t>agent</a:t>
            </a:r>
            <a:r>
              <a:rPr lang="es-ES" sz="1400" dirty="0"/>
              <a:t> </a:t>
            </a:r>
            <a:r>
              <a:rPr lang="es-ES" sz="1400" dirty="0" err="1"/>
              <a:t>creation</a:t>
            </a:r>
            <a:r>
              <a:rPr lang="es-ES" sz="1400" dirty="0"/>
              <a:t>, </a:t>
            </a:r>
            <a:r>
              <a:rPr lang="es-ES" sz="1400" dirty="0" err="1"/>
              <a:t>but</a:t>
            </a:r>
            <a:r>
              <a:rPr lang="es-ES" sz="1400" dirty="0"/>
              <a:t> introduce new </a:t>
            </a:r>
            <a:r>
              <a:rPr lang="es-ES" sz="1400" dirty="0" err="1"/>
              <a:t>operational</a:t>
            </a:r>
            <a:r>
              <a:rPr lang="es-ES" sz="1400" dirty="0"/>
              <a:t> </a:t>
            </a:r>
            <a:r>
              <a:rPr lang="es-ES" sz="1400" dirty="0" err="1"/>
              <a:t>risks</a:t>
            </a:r>
            <a:r>
              <a:rPr lang="es-ES" sz="1400" dirty="0"/>
              <a:t>: </a:t>
            </a:r>
          </a:p>
          <a:p>
            <a:pPr lvl="0" fontAlgn="base">
              <a:buClr>
                <a:schemeClr val="dk2"/>
              </a:buClr>
              <a:buSzPts val="1400"/>
            </a:pPr>
            <a:endParaRPr lang="en-US" sz="1400" noProof="0" dirty="0">
              <a:solidFill>
                <a:srgbClr val="000000"/>
              </a:solidFill>
            </a:endParaRPr>
          </a:p>
        </p:txBody>
      </p:sp>
      <p:sp>
        <p:nvSpPr>
          <p:cNvPr id="14" name="Google Shape;157;g3b312e66648_0_0">
            <a:extLst>
              <a:ext uri="{FF2B5EF4-FFF2-40B4-BE49-F238E27FC236}">
                <a16:creationId xmlns:a16="http://schemas.microsoft.com/office/drawing/2014/main" id="{7A560607-9506-7356-7D63-E58E02C6D682}"/>
              </a:ext>
            </a:extLst>
          </p:cNvPr>
          <p:cNvSpPr txBox="1"/>
          <p:nvPr/>
        </p:nvSpPr>
        <p:spPr>
          <a:xfrm>
            <a:off x="472922" y="3840942"/>
            <a:ext cx="3067836" cy="2439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400" dirty="0"/>
              <a:t>Common </a:t>
            </a:r>
            <a:r>
              <a:rPr lang="es-ES" sz="1400" dirty="0" err="1"/>
              <a:t>issues</a:t>
            </a:r>
            <a:r>
              <a:rPr lang="es-ES" sz="1400" dirty="0"/>
              <a:t> </a:t>
            </a:r>
            <a:r>
              <a:rPr lang="es-ES" sz="1400" dirty="0" err="1"/>
              <a:t>include</a:t>
            </a:r>
            <a:r>
              <a:rPr lang="es-ES" sz="1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Different</a:t>
            </a:r>
            <a:r>
              <a:rPr lang="es-ES" sz="1400" dirty="0"/>
              <a:t> </a:t>
            </a:r>
            <a:r>
              <a:rPr lang="es-ES" sz="1400" dirty="0" err="1"/>
              <a:t>prompt</a:t>
            </a:r>
            <a:r>
              <a:rPr lang="es-ES" sz="1400" dirty="0"/>
              <a:t> </a:t>
            </a:r>
            <a:r>
              <a:rPr lang="es-ES" sz="1400" dirty="0" err="1"/>
              <a:t>versions</a:t>
            </a:r>
            <a:r>
              <a:rPr lang="es-ES" sz="1400" dirty="0"/>
              <a:t> </a:t>
            </a:r>
            <a:r>
              <a:rPr lang="es-ES" sz="1400" dirty="0" err="1"/>
              <a:t>between</a:t>
            </a:r>
            <a:r>
              <a:rPr lang="es-ES" sz="1400" dirty="0"/>
              <a:t> </a:t>
            </a:r>
            <a:r>
              <a:rPr lang="es-ES" sz="1400" dirty="0" err="1"/>
              <a:t>environments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Missing</a:t>
            </a:r>
            <a:r>
              <a:rPr lang="es-ES" sz="1400" dirty="0"/>
              <a:t> </a:t>
            </a:r>
            <a:r>
              <a:rPr lang="es-ES" sz="1400" dirty="0" err="1"/>
              <a:t>integrations</a:t>
            </a:r>
            <a:r>
              <a:rPr lang="es-ES" sz="1400" dirty="0"/>
              <a:t> </a:t>
            </a:r>
            <a:r>
              <a:rPr lang="es-ES" sz="1400" dirty="0" err="1"/>
              <a:t>or</a:t>
            </a:r>
            <a:r>
              <a:rPr lang="es-ES" sz="1400" dirty="0"/>
              <a:t> </a:t>
            </a:r>
            <a:r>
              <a:rPr lang="es-ES" sz="1400" dirty="0" err="1"/>
              <a:t>permissions</a:t>
            </a:r>
            <a:r>
              <a:rPr lang="es-ES" sz="1400" dirty="0"/>
              <a:t> in </a:t>
            </a:r>
            <a:r>
              <a:rPr lang="es-ES" sz="1400" dirty="0" err="1"/>
              <a:t>Production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Undocumented</a:t>
            </a:r>
            <a:r>
              <a:rPr lang="es-ES" sz="1400" dirty="0"/>
              <a:t> </a:t>
            </a:r>
            <a:r>
              <a:rPr lang="es-ES" sz="1400" dirty="0" err="1"/>
              <a:t>hotfixes</a:t>
            </a:r>
            <a:r>
              <a:rPr lang="es-ES" sz="1400" dirty="0"/>
              <a:t> </a:t>
            </a:r>
            <a:r>
              <a:rPr lang="es-ES" sz="1400" dirty="0" err="1"/>
              <a:t>performed</a:t>
            </a:r>
            <a:r>
              <a:rPr lang="es-ES" sz="1400" dirty="0"/>
              <a:t> </a:t>
            </a:r>
            <a:r>
              <a:rPr lang="es-ES" sz="1400" dirty="0" err="1"/>
              <a:t>directly</a:t>
            </a:r>
            <a:r>
              <a:rPr lang="es-ES" sz="1400" dirty="0"/>
              <a:t> in </a:t>
            </a:r>
            <a:r>
              <a:rPr lang="es-ES" sz="1400" dirty="0" err="1"/>
              <a:t>the</a:t>
            </a:r>
            <a:r>
              <a:rPr lang="es-ES" sz="1400" dirty="0"/>
              <a:t> </a:t>
            </a:r>
            <a:r>
              <a:rPr lang="es-ES" sz="1400" dirty="0" err="1"/>
              <a:t>platform</a:t>
            </a:r>
            <a:r>
              <a:rPr lang="es-ES" sz="1400" dirty="0"/>
              <a:t> UI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Inability</a:t>
            </a:r>
            <a:r>
              <a:rPr lang="es-ES" sz="1400" dirty="0"/>
              <a:t> </a:t>
            </a:r>
            <a:r>
              <a:rPr lang="es-ES" sz="1400" dirty="0" err="1"/>
              <a:t>to</a:t>
            </a:r>
            <a:r>
              <a:rPr lang="es-ES" sz="1400" dirty="0"/>
              <a:t> reproduce </a:t>
            </a:r>
            <a:r>
              <a:rPr lang="es-ES" sz="1400" dirty="0" err="1"/>
              <a:t>agent</a:t>
            </a:r>
            <a:r>
              <a:rPr lang="es-ES" sz="1400" dirty="0"/>
              <a:t> </a:t>
            </a:r>
            <a:r>
              <a:rPr lang="es-ES" sz="1400" dirty="0" err="1"/>
              <a:t>behavior</a:t>
            </a:r>
            <a:r>
              <a:rPr lang="es-ES" sz="1400" dirty="0"/>
              <a:t> </a:t>
            </a:r>
            <a:r>
              <a:rPr lang="es-ES" sz="1400" dirty="0" err="1"/>
              <a:t>during</a:t>
            </a:r>
            <a:r>
              <a:rPr lang="es-ES" sz="1400" dirty="0"/>
              <a:t> </a:t>
            </a:r>
            <a:r>
              <a:rPr lang="es-ES" sz="1400" dirty="0" err="1"/>
              <a:t>incidents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Lack </a:t>
            </a:r>
            <a:r>
              <a:rPr lang="es-ES" sz="1400" dirty="0" err="1"/>
              <a:t>of</a:t>
            </a:r>
            <a:r>
              <a:rPr lang="es-ES" sz="1400" dirty="0"/>
              <a:t> </a:t>
            </a:r>
            <a:r>
              <a:rPr lang="es-ES" sz="1400" dirty="0" err="1"/>
              <a:t>rollback</a:t>
            </a:r>
            <a:r>
              <a:rPr lang="es-ES" sz="1400" dirty="0"/>
              <a:t> </a:t>
            </a:r>
            <a:r>
              <a:rPr lang="es-ES" sz="1400" dirty="0" err="1"/>
              <a:t>mechanisms</a:t>
            </a:r>
            <a:endParaRPr lang="es-ES" sz="1400" dirty="0"/>
          </a:p>
        </p:txBody>
      </p:sp>
      <p:sp>
        <p:nvSpPr>
          <p:cNvPr id="17" name="Google Shape;157;g3b312e66648_0_0">
            <a:extLst>
              <a:ext uri="{FF2B5EF4-FFF2-40B4-BE49-F238E27FC236}">
                <a16:creationId xmlns:a16="http://schemas.microsoft.com/office/drawing/2014/main" id="{8F6534CD-7061-C67C-6AFC-E1C24727C462}"/>
              </a:ext>
            </a:extLst>
          </p:cNvPr>
          <p:cNvSpPr txBox="1"/>
          <p:nvPr/>
        </p:nvSpPr>
        <p:spPr>
          <a:xfrm>
            <a:off x="4470083" y="3833354"/>
            <a:ext cx="2788777" cy="2439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400" dirty="0" err="1"/>
              <a:t>Without</a:t>
            </a:r>
            <a:r>
              <a:rPr lang="es-ES" sz="1400" dirty="0"/>
              <a:t> a </a:t>
            </a:r>
            <a:r>
              <a:rPr lang="es-ES" sz="1400" dirty="0" err="1"/>
              <a:t>structured</a:t>
            </a:r>
            <a:r>
              <a:rPr lang="es-ES" sz="1400" dirty="0"/>
              <a:t> </a:t>
            </a:r>
            <a:r>
              <a:rPr lang="es-ES" sz="1400" dirty="0" err="1"/>
              <a:t>testing</a:t>
            </a:r>
            <a:r>
              <a:rPr lang="es-ES" sz="1400" dirty="0"/>
              <a:t> </a:t>
            </a:r>
            <a:r>
              <a:rPr lang="es-ES" sz="1400" dirty="0" err="1"/>
              <a:t>process</a:t>
            </a:r>
            <a:r>
              <a:rPr lang="es-ES" sz="1400" dirty="0"/>
              <a:t>, </a:t>
            </a:r>
            <a:r>
              <a:rPr lang="es-ES" sz="1400" dirty="0" err="1"/>
              <a:t>organizations</a:t>
            </a:r>
            <a:r>
              <a:rPr lang="es-ES" sz="1400" dirty="0"/>
              <a:t> </a:t>
            </a:r>
            <a:r>
              <a:rPr lang="es-ES" sz="1400" dirty="0" err="1"/>
              <a:t>face</a:t>
            </a:r>
            <a:r>
              <a:rPr lang="es-ES" sz="1400" dirty="0"/>
              <a:t> </a:t>
            </a:r>
            <a:r>
              <a:rPr lang="es-ES" sz="1400" dirty="0" err="1"/>
              <a:t>risks</a:t>
            </a:r>
            <a:r>
              <a:rPr lang="es-ES" sz="1400" dirty="0"/>
              <a:t> </a:t>
            </a:r>
            <a:r>
              <a:rPr lang="es-ES" sz="1400" dirty="0" err="1"/>
              <a:t>such</a:t>
            </a:r>
            <a:r>
              <a:rPr lang="es-ES" sz="1400" dirty="0"/>
              <a:t> 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Unexpected</a:t>
            </a:r>
            <a:r>
              <a:rPr lang="es-ES" sz="1400" dirty="0"/>
              <a:t> </a:t>
            </a:r>
            <a:r>
              <a:rPr lang="es-ES" sz="1400" dirty="0" err="1"/>
              <a:t>or</a:t>
            </a:r>
            <a:r>
              <a:rPr lang="es-ES" sz="1400" dirty="0"/>
              <a:t> </a:t>
            </a:r>
            <a:r>
              <a:rPr lang="es-ES" sz="1400" dirty="0" err="1"/>
              <a:t>inconsistent</a:t>
            </a:r>
            <a:r>
              <a:rPr lang="es-ES" sz="1400" dirty="0"/>
              <a:t> responses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Hallucinations</a:t>
            </a:r>
            <a:r>
              <a:rPr lang="es-ES" sz="1400" dirty="0"/>
              <a:t> </a:t>
            </a:r>
            <a:r>
              <a:rPr lang="es-ES" sz="1400" dirty="0" err="1"/>
              <a:t>or</a:t>
            </a:r>
            <a:r>
              <a:rPr lang="es-ES" sz="1400" dirty="0"/>
              <a:t> </a:t>
            </a:r>
            <a:r>
              <a:rPr lang="es-ES" sz="1400" dirty="0" err="1"/>
              <a:t>inaccurate</a:t>
            </a:r>
            <a:r>
              <a:rPr lang="es-ES" sz="1400" dirty="0"/>
              <a:t>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Failures</a:t>
            </a:r>
            <a:r>
              <a:rPr lang="es-ES" sz="1400" dirty="0"/>
              <a:t> in </a:t>
            </a:r>
            <a:r>
              <a:rPr lang="es-ES" sz="1400" dirty="0" err="1"/>
              <a:t>edge</a:t>
            </a:r>
            <a:r>
              <a:rPr lang="es-ES" sz="1400" dirty="0"/>
              <a:t> cases </a:t>
            </a:r>
            <a:r>
              <a:rPr lang="es-ES" sz="1400" dirty="0" err="1"/>
              <a:t>or</a:t>
            </a:r>
            <a:r>
              <a:rPr lang="es-ES" sz="1400" dirty="0"/>
              <a:t> </a:t>
            </a:r>
            <a:r>
              <a:rPr lang="es-ES" sz="1400" dirty="0" err="1"/>
              <a:t>uncommon</a:t>
            </a:r>
            <a:r>
              <a:rPr lang="es-ES" sz="1400" dirty="0"/>
              <a:t> </a:t>
            </a:r>
            <a:r>
              <a:rPr lang="es-ES" sz="1400" dirty="0" err="1"/>
              <a:t>scenarios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Broken </a:t>
            </a:r>
            <a:r>
              <a:rPr lang="es-ES" sz="1400" dirty="0" err="1"/>
              <a:t>integrations</a:t>
            </a:r>
            <a:r>
              <a:rPr lang="es-ES" sz="1400" dirty="0"/>
              <a:t> </a:t>
            </a:r>
            <a:r>
              <a:rPr lang="es-ES" sz="1400" dirty="0" err="1"/>
              <a:t>with</a:t>
            </a:r>
            <a:r>
              <a:rPr lang="es-ES" sz="1400" dirty="0"/>
              <a:t> </a:t>
            </a:r>
            <a:r>
              <a:rPr lang="es-ES" sz="1400" dirty="0" err="1"/>
              <a:t>external</a:t>
            </a:r>
            <a:r>
              <a:rPr lang="es-ES" sz="1400" dirty="0"/>
              <a:t> </a:t>
            </a:r>
            <a:r>
              <a:rPr lang="es-ES" sz="1400" dirty="0" err="1"/>
              <a:t>systems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Performance </a:t>
            </a:r>
            <a:r>
              <a:rPr lang="es-ES" sz="1400" dirty="0" err="1"/>
              <a:t>degradation</a:t>
            </a:r>
            <a:r>
              <a:rPr lang="es-ES" sz="1400" dirty="0"/>
              <a:t> after </a:t>
            </a:r>
            <a:r>
              <a:rPr lang="es-ES" sz="1400" dirty="0" err="1"/>
              <a:t>updates</a:t>
            </a:r>
            <a:endParaRPr lang="es-ES" sz="1400" dirty="0"/>
          </a:p>
        </p:txBody>
      </p:sp>
      <p:sp>
        <p:nvSpPr>
          <p:cNvPr id="18" name="Google Shape;157;g3b312e66648_0_0">
            <a:extLst>
              <a:ext uri="{FF2B5EF4-FFF2-40B4-BE49-F238E27FC236}">
                <a16:creationId xmlns:a16="http://schemas.microsoft.com/office/drawing/2014/main" id="{BD912C1F-710B-7CEE-B422-A474A8CF7DC2}"/>
              </a:ext>
            </a:extLst>
          </p:cNvPr>
          <p:cNvSpPr txBox="1"/>
          <p:nvPr/>
        </p:nvSpPr>
        <p:spPr>
          <a:xfrm>
            <a:off x="8058233" y="3774493"/>
            <a:ext cx="3327739" cy="2439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400" dirty="0"/>
              <a:t>Key </a:t>
            </a:r>
            <a:r>
              <a:rPr lang="es-ES" sz="1400" dirty="0" err="1"/>
              <a:t>concerns</a:t>
            </a:r>
            <a:r>
              <a:rPr lang="es-ES" sz="1400" dirty="0"/>
              <a:t> </a:t>
            </a:r>
            <a:r>
              <a:rPr lang="es-ES" sz="1400" dirty="0" err="1"/>
              <a:t>include</a:t>
            </a:r>
            <a:r>
              <a:rPr lang="es-ES" sz="1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Unauthorized</a:t>
            </a:r>
            <a:r>
              <a:rPr lang="es-ES" sz="1400" dirty="0"/>
              <a:t> </a:t>
            </a:r>
            <a:r>
              <a:rPr lang="es-ES" sz="1400" dirty="0" err="1"/>
              <a:t>access</a:t>
            </a:r>
            <a:r>
              <a:rPr lang="es-ES" sz="1400" dirty="0"/>
              <a:t> </a:t>
            </a:r>
            <a:r>
              <a:rPr lang="es-ES" sz="1400" dirty="0" err="1"/>
              <a:t>to</a:t>
            </a:r>
            <a:r>
              <a:rPr lang="es-ES" sz="1400" dirty="0"/>
              <a:t> sensitive </a:t>
            </a:r>
            <a:r>
              <a:rPr lang="es-ES" sz="1400" dirty="0" err="1"/>
              <a:t>systems</a:t>
            </a:r>
            <a:r>
              <a:rPr lang="es-ES" sz="1400" dirty="0"/>
              <a:t> </a:t>
            </a:r>
            <a:r>
              <a:rPr lang="es-ES" sz="1400" dirty="0" err="1"/>
              <a:t>or</a:t>
            </a:r>
            <a:r>
              <a:rPr lang="es-ES" sz="1400" dirty="0"/>
              <a:t>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Excessive</a:t>
            </a:r>
            <a:r>
              <a:rPr lang="es-ES" sz="1400" dirty="0"/>
              <a:t> </a:t>
            </a:r>
            <a:r>
              <a:rPr lang="es-ES" sz="1400" dirty="0" err="1"/>
              <a:t>permissions</a:t>
            </a:r>
            <a:r>
              <a:rPr lang="es-ES" sz="1400" dirty="0"/>
              <a:t> </a:t>
            </a:r>
            <a:r>
              <a:rPr lang="es-ES" sz="1400" dirty="0" err="1"/>
              <a:t>granted</a:t>
            </a:r>
            <a:r>
              <a:rPr lang="es-ES" sz="1400" dirty="0"/>
              <a:t> </a:t>
            </a:r>
            <a:r>
              <a:rPr lang="es-ES" sz="1400" dirty="0" err="1"/>
              <a:t>to</a:t>
            </a:r>
            <a:r>
              <a:rPr lang="es-ES" sz="1400" dirty="0"/>
              <a:t> </a:t>
            </a:r>
            <a:r>
              <a:rPr lang="es-ES" sz="1400" dirty="0" err="1"/>
              <a:t>agents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err="1"/>
              <a:t>Exposure</a:t>
            </a:r>
            <a:r>
              <a:rPr lang="es-ES" sz="1400" dirty="0"/>
              <a:t> </a:t>
            </a:r>
            <a:r>
              <a:rPr lang="es-ES" sz="1400" dirty="0" err="1"/>
              <a:t>of</a:t>
            </a:r>
            <a:r>
              <a:rPr lang="es-ES" sz="1400" dirty="0"/>
              <a:t> </a:t>
            </a:r>
            <a:r>
              <a:rPr lang="es-ES" sz="1400" dirty="0" err="1"/>
              <a:t>credentials</a:t>
            </a:r>
            <a:r>
              <a:rPr lang="es-ES" sz="1400" dirty="0"/>
              <a:t>, API </a:t>
            </a:r>
            <a:r>
              <a:rPr lang="es-ES" sz="1400" dirty="0" err="1"/>
              <a:t>keys</a:t>
            </a:r>
            <a:r>
              <a:rPr lang="es-ES" sz="1400" dirty="0"/>
              <a:t>, </a:t>
            </a:r>
            <a:r>
              <a:rPr lang="es-ES" sz="1400" dirty="0" err="1"/>
              <a:t>or</a:t>
            </a:r>
            <a:r>
              <a:rPr lang="es-ES" sz="1400" dirty="0"/>
              <a:t> </a:t>
            </a:r>
            <a:r>
              <a:rPr lang="es-ES" sz="1400" dirty="0" err="1"/>
              <a:t>secrets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Lack </a:t>
            </a:r>
            <a:r>
              <a:rPr lang="es-ES" sz="1400" dirty="0" err="1"/>
              <a:t>of</a:t>
            </a:r>
            <a:r>
              <a:rPr lang="es-ES" sz="1400" dirty="0"/>
              <a:t> </a:t>
            </a:r>
            <a:r>
              <a:rPr lang="es-ES" sz="1400" dirty="0" err="1"/>
              <a:t>auditability</a:t>
            </a:r>
            <a:r>
              <a:rPr lang="es-ES" sz="1400" dirty="0"/>
              <a:t> </a:t>
            </a:r>
            <a:r>
              <a:rPr lang="es-ES" sz="1400" dirty="0" err="1"/>
              <a:t>for</a:t>
            </a:r>
            <a:r>
              <a:rPr lang="es-ES" sz="1400" dirty="0"/>
              <a:t> </a:t>
            </a:r>
            <a:r>
              <a:rPr lang="es-ES" sz="1400" dirty="0" err="1"/>
              <a:t>agent</a:t>
            </a:r>
            <a:r>
              <a:rPr lang="es-ES" sz="1400" dirty="0"/>
              <a:t> </a:t>
            </a:r>
            <a:r>
              <a:rPr lang="es-ES" sz="1400" dirty="0" err="1"/>
              <a:t>changes</a:t>
            </a:r>
            <a:r>
              <a:rPr lang="es-ES" sz="1400" dirty="0"/>
              <a:t> and </a:t>
            </a:r>
            <a:r>
              <a:rPr lang="es-ES" sz="1400" dirty="0" err="1"/>
              <a:t>decisions</a:t>
            </a:r>
            <a:r>
              <a:rPr lang="es-E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Non-</a:t>
            </a:r>
            <a:r>
              <a:rPr lang="es-ES" sz="1400" dirty="0" err="1"/>
              <a:t>compliance</a:t>
            </a:r>
            <a:r>
              <a:rPr lang="es-ES" sz="1400" dirty="0"/>
              <a:t> </a:t>
            </a:r>
            <a:r>
              <a:rPr lang="es-ES" sz="1400" dirty="0" err="1"/>
              <a:t>with</a:t>
            </a:r>
            <a:r>
              <a:rPr lang="es-ES" sz="1400" dirty="0"/>
              <a:t> </a:t>
            </a:r>
            <a:r>
              <a:rPr lang="es-ES" sz="1400" dirty="0" err="1"/>
              <a:t>regulatory</a:t>
            </a:r>
            <a:r>
              <a:rPr lang="es-ES" sz="1400" dirty="0"/>
              <a:t> </a:t>
            </a:r>
            <a:r>
              <a:rPr lang="es-ES" sz="1400" dirty="0" err="1"/>
              <a:t>frameworks</a:t>
            </a:r>
            <a:r>
              <a:rPr lang="es-ES" sz="1400" dirty="0"/>
              <a:t> (</a:t>
            </a:r>
            <a:r>
              <a:rPr lang="es-ES" sz="1400" dirty="0" err="1"/>
              <a:t>e.g</a:t>
            </a:r>
            <a:r>
              <a:rPr lang="es-ES" sz="1400" dirty="0"/>
              <a:t>., GDPR, </a:t>
            </a:r>
            <a:r>
              <a:rPr lang="es-ES" sz="1400" dirty="0" err="1"/>
              <a:t>internal</a:t>
            </a:r>
            <a:r>
              <a:rPr lang="es-ES" sz="1400" dirty="0"/>
              <a:t> </a:t>
            </a:r>
            <a:r>
              <a:rPr lang="es-ES" sz="1400" dirty="0" err="1"/>
              <a:t>governance</a:t>
            </a:r>
            <a:r>
              <a:rPr lang="es-ES" sz="1400" dirty="0"/>
              <a:t> </a:t>
            </a:r>
            <a:r>
              <a:rPr lang="es-ES" sz="1400" dirty="0" err="1"/>
              <a:t>policies</a:t>
            </a:r>
            <a:r>
              <a:rPr lang="es-ES" sz="1400" dirty="0"/>
              <a:t>)</a:t>
            </a: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CFC600CC-FB59-C1C1-84A2-81B227B12F56}"/>
              </a:ext>
            </a:extLst>
          </p:cNvPr>
          <p:cNvGrpSpPr/>
          <p:nvPr/>
        </p:nvGrpSpPr>
        <p:grpSpPr>
          <a:xfrm>
            <a:off x="1506100" y="2162279"/>
            <a:ext cx="1001480" cy="997596"/>
            <a:chOff x="1042985" y="2118401"/>
            <a:chExt cx="1001480" cy="997596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6E8F72BC-0C34-3C41-8BA0-8FDEA0491E84}"/>
                </a:ext>
              </a:extLst>
            </p:cNvPr>
            <p:cNvSpPr/>
            <p:nvPr/>
          </p:nvSpPr>
          <p:spPr>
            <a:xfrm>
              <a:off x="1042985" y="2118401"/>
              <a:ext cx="1001480" cy="997596"/>
            </a:xfrm>
            <a:prstGeom prst="ellipse">
              <a:avLst/>
            </a:prstGeom>
            <a:solidFill>
              <a:srgbClr val="EB0000"/>
            </a:solidFill>
            <a:ln w="9525" cap="rnd" cmpd="sng" algn="ctr">
              <a:solidFill>
                <a:srgbClr val="EB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ES" sz="1200" dirty="0">
                <a:solidFill>
                  <a:srgbClr val="FFFFFF"/>
                </a:solidFill>
              </a:endParaRP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D8B3DD27-5B4D-B29D-9215-C87628579C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1002" y="2274476"/>
              <a:ext cx="685447" cy="685447"/>
            </a:xfrm>
            <a:prstGeom prst="rect">
              <a:avLst/>
            </a:prstGeom>
          </p:spPr>
        </p:pic>
      </p:grpSp>
      <p:sp>
        <p:nvSpPr>
          <p:cNvPr id="25" name="Elipse 24">
            <a:extLst>
              <a:ext uri="{FF2B5EF4-FFF2-40B4-BE49-F238E27FC236}">
                <a16:creationId xmlns:a16="http://schemas.microsoft.com/office/drawing/2014/main" id="{12821BDA-0BAE-5997-1363-EE44462C4B15}"/>
              </a:ext>
            </a:extLst>
          </p:cNvPr>
          <p:cNvSpPr/>
          <p:nvPr/>
        </p:nvSpPr>
        <p:spPr>
          <a:xfrm>
            <a:off x="5363731" y="2134766"/>
            <a:ext cx="1001480" cy="997596"/>
          </a:xfrm>
          <a:prstGeom prst="ellipse">
            <a:avLst/>
          </a:prstGeom>
          <a:solidFill>
            <a:srgbClr val="EB0000"/>
          </a:solidFill>
          <a:ln w="9525" cap="rnd" cmpd="sng" algn="ctr">
            <a:solidFill>
              <a:srgbClr val="EB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200" dirty="0">
              <a:solidFill>
                <a:srgbClr val="FFFFFF"/>
              </a:solidFill>
            </a:endParaRP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10BD37D6-8612-FE61-94FD-89483C3EF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382" y="2288294"/>
            <a:ext cx="690179" cy="690179"/>
          </a:xfrm>
          <a:prstGeom prst="rect">
            <a:avLst/>
          </a:prstGeom>
        </p:spPr>
      </p:pic>
      <p:sp>
        <p:nvSpPr>
          <p:cNvPr id="29" name="Elipse 28">
            <a:extLst>
              <a:ext uri="{FF2B5EF4-FFF2-40B4-BE49-F238E27FC236}">
                <a16:creationId xmlns:a16="http://schemas.microsoft.com/office/drawing/2014/main" id="{73843584-5219-060F-83CE-6C16C5649D37}"/>
              </a:ext>
            </a:extLst>
          </p:cNvPr>
          <p:cNvSpPr/>
          <p:nvPr/>
        </p:nvSpPr>
        <p:spPr>
          <a:xfrm>
            <a:off x="9221362" y="2162279"/>
            <a:ext cx="1001480" cy="997596"/>
          </a:xfrm>
          <a:prstGeom prst="ellipse">
            <a:avLst/>
          </a:prstGeom>
          <a:solidFill>
            <a:srgbClr val="EB0000"/>
          </a:solidFill>
          <a:ln w="9525" cap="rnd" cmpd="sng" algn="ctr">
            <a:solidFill>
              <a:srgbClr val="EB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200" dirty="0">
              <a:solidFill>
                <a:srgbClr val="FFFFFF"/>
              </a:solidFill>
            </a:endParaRP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87512164-13D0-8F06-EE9B-93ED968AD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7047" y="2297520"/>
            <a:ext cx="790110" cy="790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352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EF454-746A-2D76-4DC3-E0A2E2960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A9EA3B-F3AE-5097-65C8-F26504514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93" y="365126"/>
            <a:ext cx="11253576" cy="491522"/>
          </a:xfrm>
        </p:spPr>
        <p:txBody>
          <a:bodyPr>
            <a:normAutofit fontScale="90000"/>
          </a:bodyPr>
          <a:lstStyle/>
          <a:p>
            <a:pPr>
              <a:spcBef>
                <a:spcPct val="0"/>
              </a:spcBef>
            </a:pPr>
            <a:r>
              <a:rPr lang="en-US" sz="2000" dirty="0">
                <a:solidFill>
                  <a:schemeClr val="accent3"/>
                </a:solidFill>
              </a:rPr>
              <a:t>CI/CD for Enterprise Low-Code AI Agents </a:t>
            </a:r>
            <a:r>
              <a:rPr lang="en-US" sz="2000" noProof="0" dirty="0">
                <a:solidFill>
                  <a:schemeClr val="accent3"/>
                </a:solidFill>
                <a:latin typeface="+mj-lt"/>
              </a:rPr>
              <a:t>|</a:t>
            </a:r>
            <a:r>
              <a:rPr lang="es-ES" sz="2000" dirty="0"/>
              <a:t>Why Maisa Needs CI/CD. The </a:t>
            </a:r>
            <a:r>
              <a:rPr lang="es-ES" sz="2000" dirty="0" err="1"/>
              <a:t>faster</a:t>
            </a:r>
            <a:r>
              <a:rPr lang="es-ES" sz="2000" dirty="0"/>
              <a:t> </a:t>
            </a:r>
            <a:r>
              <a:rPr lang="es-ES" sz="2000" dirty="0" err="1"/>
              <a:t>we</a:t>
            </a:r>
            <a:r>
              <a:rPr lang="es-ES" sz="2000" dirty="0"/>
              <a:t> </a:t>
            </a:r>
            <a:r>
              <a:rPr lang="es-ES" sz="2000" dirty="0" err="1"/>
              <a:t>create</a:t>
            </a:r>
            <a:r>
              <a:rPr lang="es-ES" sz="2000" dirty="0"/>
              <a:t> </a:t>
            </a:r>
            <a:r>
              <a:rPr lang="es-ES" sz="2000" dirty="0" err="1"/>
              <a:t>agents</a:t>
            </a:r>
            <a:r>
              <a:rPr lang="es-ES" sz="2000" dirty="0"/>
              <a:t>, </a:t>
            </a:r>
            <a:r>
              <a:rPr lang="es-ES" sz="2000" dirty="0" err="1"/>
              <a:t>the</a:t>
            </a:r>
            <a:r>
              <a:rPr lang="es-ES" sz="2000" dirty="0"/>
              <a:t> more </a:t>
            </a:r>
            <a:r>
              <a:rPr lang="es-ES" sz="2000" dirty="0" err="1"/>
              <a:t>important</a:t>
            </a:r>
            <a:r>
              <a:rPr lang="es-ES" sz="2000" dirty="0"/>
              <a:t> </a:t>
            </a:r>
            <a:r>
              <a:rPr lang="es-ES" sz="2000" dirty="0" err="1"/>
              <a:t>deployment</a:t>
            </a:r>
            <a:r>
              <a:rPr lang="es-ES" sz="2000" dirty="0"/>
              <a:t> </a:t>
            </a:r>
            <a:r>
              <a:rPr lang="es-ES" sz="2000" dirty="0" err="1"/>
              <a:t>governance</a:t>
            </a:r>
            <a:r>
              <a:rPr lang="es-ES" sz="2000" dirty="0"/>
              <a:t> </a:t>
            </a:r>
            <a:r>
              <a:rPr lang="es-ES" sz="2000" dirty="0" err="1"/>
              <a:t>becomes</a:t>
            </a:r>
            <a:r>
              <a:rPr lang="es-ES" sz="2000" dirty="0"/>
              <a:t>.</a:t>
            </a:r>
            <a:br>
              <a:rPr lang="es-ES" sz="2000" dirty="0"/>
            </a:br>
            <a:endParaRPr lang="en-US" sz="2000" noProof="0" dirty="0">
              <a:latin typeface="+mj-lt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B21B0E8-99A6-EDDE-EB55-D9CFE0DE06F6}"/>
              </a:ext>
            </a:extLst>
          </p:cNvPr>
          <p:cNvSpPr txBox="1">
            <a:spLocks/>
          </p:cNvSpPr>
          <p:nvPr/>
        </p:nvSpPr>
        <p:spPr>
          <a:xfrm>
            <a:off x="134754" y="17538"/>
            <a:ext cx="10741347" cy="34964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284400" indent="-1728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2pPr>
            <a:lvl3pPr marL="511200" indent="-165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Trebuchet MS" panose="020B0603020202020204" pitchFamily="34" charset="0"/>
              <a:buChar char="–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kern="12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5pPr>
            <a:lvl6pPr marL="269875" indent="-1524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6pPr>
            <a:lvl7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4400" kern="1200" baseline="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5400" kern="1200" baseline="0" smtClean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2400" kern="1200" baseline="0" dirty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600" noProof="0">
                <a:solidFill>
                  <a:srgbClr val="EB0000"/>
                </a:solidFill>
              </a:rPr>
              <a:t>Taxonomy</a:t>
            </a:r>
            <a:endParaRPr lang="en-US" sz="1100" noProof="0"/>
          </a:p>
        </p:txBody>
      </p:sp>
      <p:sp>
        <p:nvSpPr>
          <p:cNvPr id="300" name="CuadroTexto 299">
            <a:extLst>
              <a:ext uri="{FF2B5EF4-FFF2-40B4-BE49-F238E27FC236}">
                <a16:creationId xmlns:a16="http://schemas.microsoft.com/office/drawing/2014/main" id="{8EB55965-3B22-79C9-2F86-0A627A925EF1}"/>
              </a:ext>
            </a:extLst>
          </p:cNvPr>
          <p:cNvSpPr txBox="1"/>
          <p:nvPr/>
        </p:nvSpPr>
        <p:spPr>
          <a:xfrm>
            <a:off x="8363415" y="-80288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303" name="CuadroTexto 302">
            <a:extLst>
              <a:ext uri="{FF2B5EF4-FFF2-40B4-BE49-F238E27FC236}">
                <a16:creationId xmlns:a16="http://schemas.microsoft.com/office/drawing/2014/main" id="{017DB567-328C-CA2F-5A9B-DCBDA282F634}"/>
              </a:ext>
            </a:extLst>
          </p:cNvPr>
          <p:cNvSpPr txBox="1"/>
          <p:nvPr/>
        </p:nvSpPr>
        <p:spPr>
          <a:xfrm>
            <a:off x="8218449" y="-847493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9AF16B1F-1C56-DAA1-6836-BC2CCC436C2E}"/>
              </a:ext>
            </a:extLst>
          </p:cNvPr>
          <p:cNvSpPr/>
          <p:nvPr/>
        </p:nvSpPr>
        <p:spPr>
          <a:xfrm>
            <a:off x="363993" y="1204236"/>
            <a:ext cx="36576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7">
            <a:extLst>
              <a:ext uri="{FF2B5EF4-FFF2-40B4-BE49-F238E27FC236}">
                <a16:creationId xmlns:a16="http://schemas.microsoft.com/office/drawing/2014/main" id="{B550A1EF-A8EA-4B88-2F08-EB86060E26BF}"/>
              </a:ext>
            </a:extLst>
          </p:cNvPr>
          <p:cNvSpPr/>
          <p:nvPr/>
        </p:nvSpPr>
        <p:spPr>
          <a:xfrm>
            <a:off x="363993" y="1204236"/>
            <a:ext cx="91440" cy="22402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6" name="Shape 8">
            <a:extLst>
              <a:ext uri="{FF2B5EF4-FFF2-40B4-BE49-F238E27FC236}">
                <a16:creationId xmlns:a16="http://schemas.microsoft.com/office/drawing/2014/main" id="{532EF545-ED9F-D62C-FEB8-82D3631D9829}"/>
              </a:ext>
            </a:extLst>
          </p:cNvPr>
          <p:cNvSpPr/>
          <p:nvPr/>
        </p:nvSpPr>
        <p:spPr>
          <a:xfrm>
            <a:off x="638313" y="143283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856AA91A-DD19-9DCE-A75D-4F82F132BC50}"/>
              </a:ext>
            </a:extLst>
          </p:cNvPr>
          <p:cNvSpPr/>
          <p:nvPr/>
        </p:nvSpPr>
        <p:spPr>
          <a:xfrm>
            <a:off x="638313" y="1432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noProof="0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FC0E08B6-C98A-6318-5B1F-DCCD8B9655C8}"/>
              </a:ext>
            </a:extLst>
          </p:cNvPr>
          <p:cNvSpPr/>
          <p:nvPr/>
        </p:nvSpPr>
        <p:spPr>
          <a:xfrm>
            <a:off x="1278393" y="14602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 err="1">
                <a:solidFill>
                  <a:srgbClr val="37373A"/>
                </a:solidFill>
                <a:latin typeface="Calibri" pitchFamily="34" charset="0"/>
                <a:cs typeface="Calibri" pitchFamily="34" charset="-120"/>
              </a:rPr>
              <a:t>Reliability</a:t>
            </a:r>
            <a:endParaRPr lang="en-US" sz="1600" b="1" dirty="0">
              <a:solidFill>
                <a:srgbClr val="37373A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43CB2C04-588F-3D76-CC89-9E20AF244875}"/>
              </a:ext>
            </a:extLst>
          </p:cNvPr>
          <p:cNvSpPr/>
          <p:nvPr/>
        </p:nvSpPr>
        <p:spPr>
          <a:xfrm>
            <a:off x="638313" y="207291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dirty="0" err="1"/>
              <a:t>Consistent</a:t>
            </a:r>
            <a:r>
              <a:rPr lang="es-ES" sz="1100" dirty="0"/>
              <a:t> </a:t>
            </a:r>
            <a:r>
              <a:rPr lang="es-ES" sz="1100" dirty="0" err="1"/>
              <a:t>behavior</a:t>
            </a:r>
            <a:r>
              <a:rPr lang="es-ES" sz="1100" dirty="0"/>
              <a:t> </a:t>
            </a:r>
            <a:r>
              <a:rPr lang="es-ES" sz="1100" dirty="0" err="1"/>
              <a:t>across</a:t>
            </a:r>
            <a:r>
              <a:rPr lang="es-ES" sz="1100" dirty="0"/>
              <a:t> </a:t>
            </a:r>
            <a:r>
              <a:rPr lang="es-ES" sz="1100" dirty="0" err="1"/>
              <a:t>environments</a:t>
            </a:r>
            <a:endParaRPr lang="en-US" sz="1100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3CB2B1D9-FD88-C5E6-1E40-6E510505F40C}"/>
              </a:ext>
            </a:extLst>
          </p:cNvPr>
          <p:cNvSpPr/>
          <p:nvPr/>
        </p:nvSpPr>
        <p:spPr>
          <a:xfrm>
            <a:off x="638313" y="2758716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noProof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-&gt; PRE -&gt; PRO</a:t>
            </a:r>
            <a:endParaRPr lang="en-US" sz="1000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D165FB9-3F6A-2274-C773-39255D2C6D13}"/>
              </a:ext>
            </a:extLst>
          </p:cNvPr>
          <p:cNvSpPr/>
          <p:nvPr/>
        </p:nvSpPr>
        <p:spPr>
          <a:xfrm>
            <a:off x="4250193" y="1204236"/>
            <a:ext cx="36576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19D5F0F-A8F5-FA84-FD85-C6CDDA02DAE8}"/>
              </a:ext>
            </a:extLst>
          </p:cNvPr>
          <p:cNvSpPr/>
          <p:nvPr/>
        </p:nvSpPr>
        <p:spPr>
          <a:xfrm>
            <a:off x="4250193" y="1204236"/>
            <a:ext cx="91440" cy="22402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91259549-F4CC-EAD9-9D13-3C9CB67D2860}"/>
              </a:ext>
            </a:extLst>
          </p:cNvPr>
          <p:cNvSpPr/>
          <p:nvPr/>
        </p:nvSpPr>
        <p:spPr>
          <a:xfrm>
            <a:off x="4524513" y="143283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0FC3E35-7C4B-E5D4-D1BB-7A8B94C8858A}"/>
              </a:ext>
            </a:extLst>
          </p:cNvPr>
          <p:cNvSpPr/>
          <p:nvPr/>
        </p:nvSpPr>
        <p:spPr>
          <a:xfrm>
            <a:off x="4524513" y="1432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11E09A44-5DDC-DBAB-664E-A5B20CC394F9}"/>
              </a:ext>
            </a:extLst>
          </p:cNvPr>
          <p:cNvSpPr/>
          <p:nvPr/>
        </p:nvSpPr>
        <p:spPr>
          <a:xfrm>
            <a:off x="5164593" y="14602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7373A"/>
                </a:solidFill>
                <a:latin typeface="Calibri" pitchFamily="34" charset="0"/>
                <a:cs typeface="Calibri" pitchFamily="34" charset="-120"/>
              </a:rPr>
              <a:t>Governance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7F8918ED-CDCA-7906-650C-3059C3E8A4EA}"/>
              </a:ext>
            </a:extLst>
          </p:cNvPr>
          <p:cNvSpPr/>
          <p:nvPr/>
        </p:nvSpPr>
        <p:spPr>
          <a:xfrm>
            <a:off x="4524513" y="207291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dirty="0"/>
              <a:t>Full </a:t>
            </a:r>
            <a:r>
              <a:rPr lang="es-ES" sz="1100" dirty="0" err="1"/>
              <a:t>change</a:t>
            </a:r>
            <a:r>
              <a:rPr lang="es-ES" sz="1100" dirty="0"/>
              <a:t> </a:t>
            </a:r>
            <a:r>
              <a:rPr lang="es-ES" sz="1100" dirty="0" err="1"/>
              <a:t>traceability</a:t>
            </a:r>
            <a:endParaRPr lang="es-ES" sz="110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E8E5A5BB-2E78-844C-CE0A-68B4D1FC1600}"/>
              </a:ext>
            </a:extLst>
          </p:cNvPr>
          <p:cNvSpPr/>
          <p:nvPr/>
        </p:nvSpPr>
        <p:spPr>
          <a:xfrm>
            <a:off x="4524513" y="2758716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noProof="0" dirty="0" err="1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Everytime</a:t>
            </a:r>
            <a:r>
              <a:rPr lang="en-US" sz="1000" i="1" noProof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agent goes to PRO, </a:t>
            </a:r>
            <a:r>
              <a:rPr lang="en-US" sz="10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goes to Governance</a:t>
            </a:r>
            <a:endParaRPr lang="en-US" sz="1000" noProof="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3DEE0F88-4C1E-3A74-9574-E3CA2FFDD91B}"/>
              </a:ext>
            </a:extLst>
          </p:cNvPr>
          <p:cNvSpPr/>
          <p:nvPr/>
        </p:nvSpPr>
        <p:spPr>
          <a:xfrm>
            <a:off x="8136393" y="1204236"/>
            <a:ext cx="36576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2C68AAE-AD90-F9E6-C710-9D7B7D3C6996}"/>
              </a:ext>
            </a:extLst>
          </p:cNvPr>
          <p:cNvSpPr/>
          <p:nvPr/>
        </p:nvSpPr>
        <p:spPr>
          <a:xfrm>
            <a:off x="8136393" y="1204236"/>
            <a:ext cx="91440" cy="22402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043B178-D377-EAD7-778F-1111D9F07ABC}"/>
              </a:ext>
            </a:extLst>
          </p:cNvPr>
          <p:cNvSpPr/>
          <p:nvPr/>
        </p:nvSpPr>
        <p:spPr>
          <a:xfrm>
            <a:off x="8410713" y="143283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D76ED8-C81C-6F4C-96DA-685725B519BA}"/>
              </a:ext>
            </a:extLst>
          </p:cNvPr>
          <p:cNvSpPr/>
          <p:nvPr/>
        </p:nvSpPr>
        <p:spPr>
          <a:xfrm>
            <a:off x="8410713" y="1432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noProof="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E0825D9-3D30-BF62-FAD3-5CAFF2BFD9D1}"/>
              </a:ext>
            </a:extLst>
          </p:cNvPr>
          <p:cNvSpPr/>
          <p:nvPr/>
        </p:nvSpPr>
        <p:spPr>
          <a:xfrm>
            <a:off x="9050793" y="14602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noProof="0" dirty="0">
                <a:solidFill>
                  <a:srgbClr val="3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noProof="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1DB7DE35-AF55-42A8-F6E8-B7D6596ADBEE}"/>
              </a:ext>
            </a:extLst>
          </p:cNvPr>
          <p:cNvSpPr/>
          <p:nvPr/>
        </p:nvSpPr>
        <p:spPr>
          <a:xfrm>
            <a:off x="8410713" y="207291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dirty="0" err="1"/>
              <a:t>Controlled</a:t>
            </a:r>
            <a:r>
              <a:rPr lang="es-ES" sz="1100" dirty="0"/>
              <a:t> </a:t>
            </a:r>
            <a:r>
              <a:rPr lang="es-ES" sz="1100" dirty="0" err="1"/>
              <a:t>access</a:t>
            </a:r>
            <a:r>
              <a:rPr lang="es-ES" sz="1100" dirty="0"/>
              <a:t> </a:t>
            </a:r>
            <a:r>
              <a:rPr lang="es-ES" sz="1100" dirty="0" err="1"/>
              <a:t>to</a:t>
            </a:r>
            <a:r>
              <a:rPr lang="es-ES" sz="1100" dirty="0"/>
              <a:t> </a:t>
            </a:r>
            <a:r>
              <a:rPr lang="es-ES" sz="1100" dirty="0" err="1"/>
              <a:t>integrations</a:t>
            </a:r>
            <a:r>
              <a:rPr lang="es-ES" sz="1100" dirty="0"/>
              <a:t> and </a:t>
            </a:r>
            <a:r>
              <a:rPr lang="es-ES" sz="1100" dirty="0" err="1"/>
              <a:t>secrets</a:t>
            </a:r>
            <a:endParaRPr lang="es-ES" sz="11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DE6D71D-7030-E70F-5895-2B906CAF6CB3}"/>
              </a:ext>
            </a:extLst>
          </p:cNvPr>
          <p:cNvSpPr/>
          <p:nvPr/>
        </p:nvSpPr>
        <p:spPr>
          <a:xfrm>
            <a:off x="8410713" y="2758716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A9A9A"/>
                </a:solidFill>
                <a:latin typeface="Calibri" pitchFamily="34" charset="0"/>
                <a:cs typeface="Calibri" pitchFamily="34" charset="-120"/>
              </a:rPr>
              <a:t>Invoke an agent in DEV from an agent in PRO could happen. Reducing manual deployments reduces human errors.</a:t>
            </a:r>
            <a:endParaRPr lang="en-US" sz="1000" noProof="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FC1F2BB0-8B9E-F8BC-EEAA-349D005741E1}"/>
              </a:ext>
            </a:extLst>
          </p:cNvPr>
          <p:cNvSpPr/>
          <p:nvPr/>
        </p:nvSpPr>
        <p:spPr>
          <a:xfrm>
            <a:off x="363993" y="3673116"/>
            <a:ext cx="36576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0DE84DA-1A2B-D4D5-8A03-FFDB163250CF}"/>
              </a:ext>
            </a:extLst>
          </p:cNvPr>
          <p:cNvSpPr/>
          <p:nvPr/>
        </p:nvSpPr>
        <p:spPr>
          <a:xfrm>
            <a:off x="363993" y="3673116"/>
            <a:ext cx="91440" cy="22402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 noProof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4306399C-C9E0-4DCE-46BC-ADB0F8BB10DA}"/>
              </a:ext>
            </a:extLst>
          </p:cNvPr>
          <p:cNvSpPr/>
          <p:nvPr/>
        </p:nvSpPr>
        <p:spPr>
          <a:xfrm>
            <a:off x="638313" y="390171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3E179239-A03F-5B62-C768-0D0E968EA034}"/>
              </a:ext>
            </a:extLst>
          </p:cNvPr>
          <p:cNvSpPr/>
          <p:nvPr/>
        </p:nvSpPr>
        <p:spPr>
          <a:xfrm>
            <a:off x="638313" y="39017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noProof="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C1C8D269-1C2D-9A49-3CAB-663837206C59}"/>
              </a:ext>
            </a:extLst>
          </p:cNvPr>
          <p:cNvSpPr/>
          <p:nvPr/>
        </p:nvSpPr>
        <p:spPr>
          <a:xfrm>
            <a:off x="1278393" y="39291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noProof="0" dirty="0">
                <a:solidFill>
                  <a:srgbClr val="3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600" noProof="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6A9A90A1-4C92-32B6-A5DD-0ACA2DC1F768}"/>
              </a:ext>
            </a:extLst>
          </p:cNvPr>
          <p:cNvSpPr/>
          <p:nvPr/>
        </p:nvSpPr>
        <p:spPr>
          <a:xfrm>
            <a:off x="638313" y="45417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dirty="0" err="1"/>
              <a:t>Automated</a:t>
            </a:r>
            <a:r>
              <a:rPr lang="es-ES" sz="1100" dirty="0"/>
              <a:t> </a:t>
            </a:r>
            <a:r>
              <a:rPr lang="es-ES" sz="1100" dirty="0" err="1"/>
              <a:t>validation</a:t>
            </a:r>
            <a:r>
              <a:rPr lang="es-ES" sz="1100" dirty="0"/>
              <a:t> </a:t>
            </a:r>
            <a:r>
              <a:rPr lang="es-ES" sz="1100" dirty="0" err="1"/>
              <a:t>before</a:t>
            </a:r>
            <a:r>
              <a:rPr lang="es-ES" sz="1100" dirty="0"/>
              <a:t> </a:t>
            </a:r>
            <a:r>
              <a:rPr lang="es-ES" sz="1100" dirty="0" err="1"/>
              <a:t>production</a:t>
            </a:r>
            <a:endParaRPr lang="es-ES" sz="11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61C717CE-49B3-84A3-841F-4476ACD5A4B9}"/>
              </a:ext>
            </a:extLst>
          </p:cNvPr>
          <p:cNvSpPr/>
          <p:nvPr/>
        </p:nvSpPr>
        <p:spPr>
          <a:xfrm>
            <a:off x="638313" y="5227596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noProof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to PRO without tests</a:t>
            </a:r>
            <a:endParaRPr lang="en-US" sz="1000" noProof="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91CFA239-A52C-5D89-B242-154BE8F4BECA}"/>
              </a:ext>
            </a:extLst>
          </p:cNvPr>
          <p:cNvSpPr/>
          <p:nvPr/>
        </p:nvSpPr>
        <p:spPr>
          <a:xfrm>
            <a:off x="4250193" y="3673116"/>
            <a:ext cx="36576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45793C19-CDC2-64CD-B63C-3E1A256F8759}"/>
              </a:ext>
            </a:extLst>
          </p:cNvPr>
          <p:cNvSpPr/>
          <p:nvPr/>
        </p:nvSpPr>
        <p:spPr>
          <a:xfrm>
            <a:off x="4250193" y="3673116"/>
            <a:ext cx="91440" cy="22402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 noProof="0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296A7E8A-729D-3D6D-3C00-AEDC82C0926C}"/>
              </a:ext>
            </a:extLst>
          </p:cNvPr>
          <p:cNvSpPr/>
          <p:nvPr/>
        </p:nvSpPr>
        <p:spPr>
          <a:xfrm>
            <a:off x="4524513" y="390171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 noProof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14EE86DB-4C93-5477-017F-8325C7262FE9}"/>
              </a:ext>
            </a:extLst>
          </p:cNvPr>
          <p:cNvSpPr/>
          <p:nvPr/>
        </p:nvSpPr>
        <p:spPr>
          <a:xfrm>
            <a:off x="4524513" y="39017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noProof="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C87FA97-E626-0A72-19C3-BA354AD2C091}"/>
              </a:ext>
            </a:extLst>
          </p:cNvPr>
          <p:cNvSpPr/>
          <p:nvPr/>
        </p:nvSpPr>
        <p:spPr>
          <a:xfrm>
            <a:off x="5164593" y="39291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noProof="0" dirty="0">
                <a:solidFill>
                  <a:srgbClr val="3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600" noProof="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EC84A21D-82F0-B50F-43ED-D299B922DA40}"/>
              </a:ext>
            </a:extLst>
          </p:cNvPr>
          <p:cNvSpPr/>
          <p:nvPr/>
        </p:nvSpPr>
        <p:spPr>
          <a:xfrm>
            <a:off x="4524513" y="45417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dirty="0" err="1"/>
              <a:t>Managing</a:t>
            </a:r>
            <a:r>
              <a:rPr lang="es-ES" sz="1100" dirty="0"/>
              <a:t> </a:t>
            </a:r>
            <a:r>
              <a:rPr lang="es-ES" sz="1100" dirty="0" err="1"/>
              <a:t>dozens</a:t>
            </a:r>
            <a:r>
              <a:rPr lang="es-ES" sz="1100" dirty="0"/>
              <a:t> </a:t>
            </a:r>
            <a:r>
              <a:rPr lang="es-ES" sz="1100" dirty="0" err="1"/>
              <a:t>or</a:t>
            </a:r>
            <a:r>
              <a:rPr lang="es-ES" sz="1100" dirty="0"/>
              <a:t> </a:t>
            </a:r>
            <a:r>
              <a:rPr lang="es-ES" sz="1100" dirty="0" err="1"/>
              <a:t>hundreds</a:t>
            </a:r>
            <a:r>
              <a:rPr lang="es-ES" sz="1100" dirty="0"/>
              <a:t> </a:t>
            </a:r>
            <a:r>
              <a:rPr lang="es-ES" sz="1100" dirty="0" err="1"/>
              <a:t>of</a:t>
            </a:r>
            <a:r>
              <a:rPr lang="es-ES" sz="1100" dirty="0"/>
              <a:t> </a:t>
            </a:r>
            <a:r>
              <a:rPr lang="es-ES" sz="1100" dirty="0" err="1"/>
              <a:t>agents</a:t>
            </a:r>
            <a:r>
              <a:rPr lang="es-ES" sz="1100" dirty="0"/>
              <a:t> </a:t>
            </a:r>
            <a:r>
              <a:rPr lang="es-ES" sz="1100" dirty="0" err="1"/>
              <a:t>consistently</a:t>
            </a:r>
            <a:endParaRPr lang="es-ES" sz="1100" dirty="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9CAF2272-D082-E9DC-190E-A6DF8A9532D8}"/>
              </a:ext>
            </a:extLst>
          </p:cNvPr>
          <p:cNvSpPr/>
          <p:nvPr/>
        </p:nvSpPr>
        <p:spPr>
          <a:xfrm>
            <a:off x="4524513" y="5227596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noProof="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one agent is easy…one hundred maybe not</a:t>
            </a:r>
            <a:endParaRPr lang="en-US" sz="1000" noProof="0" dirty="0"/>
          </a:p>
        </p:txBody>
      </p:sp>
    </p:spTree>
    <p:extLst>
      <p:ext uri="{BB962C8B-B14F-4D97-AF65-F5344CB8AC3E}">
        <p14:creationId xmlns:p14="http://schemas.microsoft.com/office/powerpoint/2010/main" val="4079497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5300C-235C-CC0F-6389-E6D485479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D50348-3A2B-CCE0-966E-ABBF8EFB2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93" y="365126"/>
            <a:ext cx="11253576" cy="491522"/>
          </a:xfrm>
        </p:spPr>
        <p:txBody>
          <a:bodyPr>
            <a:normAutofit fontScale="90000"/>
          </a:bodyPr>
          <a:lstStyle/>
          <a:p>
            <a:pPr>
              <a:spcBef>
                <a:spcPct val="0"/>
              </a:spcBef>
            </a:pPr>
            <a:r>
              <a:rPr lang="en-US" sz="2000" dirty="0">
                <a:solidFill>
                  <a:schemeClr val="accent3"/>
                </a:solidFill>
              </a:rPr>
              <a:t>CI/CD for Enterprise Low-Code AI Agents |</a:t>
            </a:r>
            <a:r>
              <a:rPr lang="es-ES" sz="2000" dirty="0"/>
              <a:t>Why Maisa Needs CI/CD. The </a:t>
            </a:r>
            <a:r>
              <a:rPr lang="es-ES" sz="2000" dirty="0" err="1"/>
              <a:t>faster</a:t>
            </a:r>
            <a:r>
              <a:rPr lang="es-ES" sz="2000" dirty="0"/>
              <a:t> </a:t>
            </a:r>
            <a:r>
              <a:rPr lang="es-ES" sz="2000" dirty="0" err="1"/>
              <a:t>we</a:t>
            </a:r>
            <a:r>
              <a:rPr lang="es-ES" sz="2000" dirty="0"/>
              <a:t> </a:t>
            </a:r>
            <a:r>
              <a:rPr lang="es-ES" sz="2000" dirty="0" err="1"/>
              <a:t>create</a:t>
            </a:r>
            <a:r>
              <a:rPr lang="es-ES" sz="2000" dirty="0"/>
              <a:t> </a:t>
            </a:r>
            <a:r>
              <a:rPr lang="es-ES" sz="2000" dirty="0" err="1"/>
              <a:t>agents</a:t>
            </a:r>
            <a:r>
              <a:rPr lang="es-ES" sz="2000" dirty="0"/>
              <a:t>, </a:t>
            </a:r>
            <a:r>
              <a:rPr lang="es-ES" sz="2000" dirty="0" err="1"/>
              <a:t>the</a:t>
            </a:r>
            <a:r>
              <a:rPr lang="es-ES" sz="2000" dirty="0"/>
              <a:t> more </a:t>
            </a:r>
            <a:r>
              <a:rPr lang="es-ES" sz="2000" dirty="0" err="1"/>
              <a:t>important</a:t>
            </a:r>
            <a:r>
              <a:rPr lang="es-ES" sz="2000" dirty="0"/>
              <a:t> </a:t>
            </a:r>
            <a:r>
              <a:rPr lang="es-ES" sz="2000" dirty="0" err="1"/>
              <a:t>deployment</a:t>
            </a:r>
            <a:r>
              <a:rPr lang="es-ES" sz="2000" dirty="0"/>
              <a:t> </a:t>
            </a:r>
            <a:r>
              <a:rPr lang="es-ES" sz="2000" dirty="0" err="1"/>
              <a:t>governance</a:t>
            </a:r>
            <a:r>
              <a:rPr lang="es-ES" sz="2000" dirty="0"/>
              <a:t> </a:t>
            </a:r>
            <a:r>
              <a:rPr lang="es-ES" sz="2000" dirty="0" err="1"/>
              <a:t>becomes</a:t>
            </a:r>
            <a:r>
              <a:rPr lang="es-ES" sz="2000" dirty="0"/>
              <a:t>.</a:t>
            </a:r>
            <a:br>
              <a:rPr lang="es-ES" sz="2000" dirty="0"/>
            </a:br>
            <a:endParaRPr lang="en-US" sz="2000" noProof="0" dirty="0">
              <a:latin typeface="+mj-lt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A156E2D-DFB9-749A-8151-F48F45EB5FB4}"/>
              </a:ext>
            </a:extLst>
          </p:cNvPr>
          <p:cNvSpPr/>
          <p:nvPr/>
        </p:nvSpPr>
        <p:spPr>
          <a:xfrm>
            <a:off x="5171970" y="75105"/>
            <a:ext cx="1008000" cy="211626"/>
          </a:xfrm>
          <a:prstGeom prst="rect">
            <a:avLst/>
          </a:prstGeom>
          <a:solidFill>
            <a:schemeClr val="dk2"/>
          </a:solidFill>
          <a:ln w="9525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SzPts val="1400"/>
            </a:pPr>
            <a:r>
              <a:rPr lang="en-US" sz="1200" b="1" noProof="0">
                <a:solidFill>
                  <a:schemeClr val="bg1"/>
                </a:solidFill>
              </a:rPr>
              <a:t>DRAFT</a:t>
            </a:r>
            <a:endParaRPr lang="en-US" sz="1200" b="1" noProof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6B2DDF8-7E45-CBB7-6C93-F2410D647F01}"/>
              </a:ext>
            </a:extLst>
          </p:cNvPr>
          <p:cNvSpPr txBox="1">
            <a:spLocks/>
          </p:cNvSpPr>
          <p:nvPr/>
        </p:nvSpPr>
        <p:spPr>
          <a:xfrm>
            <a:off x="134754" y="17538"/>
            <a:ext cx="10741347" cy="34964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284400" indent="-1728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2pPr>
            <a:lvl3pPr marL="511200" indent="-165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Trebuchet MS" panose="020B0603020202020204" pitchFamily="34" charset="0"/>
              <a:buChar char="–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kern="12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5pPr>
            <a:lvl6pPr marL="269875" indent="-1524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6pPr>
            <a:lvl7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4400" kern="1200" baseline="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5400" kern="1200" baseline="0" smtClean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2400" kern="1200" baseline="0" dirty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600" noProof="0">
                <a:solidFill>
                  <a:srgbClr val="EB0000"/>
                </a:solidFill>
              </a:rPr>
              <a:t>Taxonomy</a:t>
            </a:r>
            <a:endParaRPr lang="en-US" sz="1100" noProof="0"/>
          </a:p>
        </p:txBody>
      </p:sp>
      <p:sp>
        <p:nvSpPr>
          <p:cNvPr id="300" name="CuadroTexto 299">
            <a:extLst>
              <a:ext uri="{FF2B5EF4-FFF2-40B4-BE49-F238E27FC236}">
                <a16:creationId xmlns:a16="http://schemas.microsoft.com/office/drawing/2014/main" id="{331DC8D7-B7DF-D8BB-7D8A-40D3881ACFE1}"/>
              </a:ext>
            </a:extLst>
          </p:cNvPr>
          <p:cNvSpPr txBox="1"/>
          <p:nvPr/>
        </p:nvSpPr>
        <p:spPr>
          <a:xfrm>
            <a:off x="8363415" y="-80288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303" name="CuadroTexto 302">
            <a:extLst>
              <a:ext uri="{FF2B5EF4-FFF2-40B4-BE49-F238E27FC236}">
                <a16:creationId xmlns:a16="http://schemas.microsoft.com/office/drawing/2014/main" id="{AC9ECFFA-E84D-EABD-DF7C-95FBCA2C8BE2}"/>
              </a:ext>
            </a:extLst>
          </p:cNvPr>
          <p:cNvSpPr txBox="1"/>
          <p:nvPr/>
        </p:nvSpPr>
        <p:spPr>
          <a:xfrm>
            <a:off x="8218449" y="-847493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61EF5F01-13FE-0372-3B3E-48E8E3982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21512"/>
              </p:ext>
            </p:extLst>
          </p:nvPr>
        </p:nvGraphicFramePr>
        <p:xfrm>
          <a:off x="363993" y="856648"/>
          <a:ext cx="9933371" cy="5593175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151267">
                  <a:extLst>
                    <a:ext uri="{9D8B030D-6E8A-4147-A177-3AD203B41FA5}">
                      <a16:colId xmlns:a16="http://schemas.microsoft.com/office/drawing/2014/main" val="4156659109"/>
                    </a:ext>
                  </a:extLst>
                </a:gridCol>
                <a:gridCol w="2927368">
                  <a:extLst>
                    <a:ext uri="{9D8B030D-6E8A-4147-A177-3AD203B41FA5}">
                      <a16:colId xmlns:a16="http://schemas.microsoft.com/office/drawing/2014/main" val="3212656291"/>
                    </a:ext>
                  </a:extLst>
                </a:gridCol>
                <a:gridCol w="2927368">
                  <a:extLst>
                    <a:ext uri="{9D8B030D-6E8A-4147-A177-3AD203B41FA5}">
                      <a16:colId xmlns:a16="http://schemas.microsoft.com/office/drawing/2014/main" val="4115904131"/>
                    </a:ext>
                  </a:extLst>
                </a:gridCol>
                <a:gridCol w="2927368">
                  <a:extLst>
                    <a:ext uri="{9D8B030D-6E8A-4147-A177-3AD203B41FA5}">
                      <a16:colId xmlns:a16="http://schemas.microsoft.com/office/drawing/2014/main" val="187810216"/>
                    </a:ext>
                  </a:extLst>
                </a:gridCol>
              </a:tblGrid>
              <a:tr h="25451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Challenge / Risk</a:t>
                      </a:r>
                      <a:endParaRPr lang="en-US" sz="12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1" kern="120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1" kern="120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799150"/>
                  </a:ext>
                </a:extLst>
              </a:tr>
              <a:tr h="240374">
                <a:tc vMerge="1"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noProof="0">
                        <a:solidFill>
                          <a:schemeClr val="accent6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Business Impact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CI/CD Response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Expected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90411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  <a:sym typeface="Lato"/>
                        </a:rPr>
                        <a:t>Manual &amp; Inconsistent Deployments</a:t>
                      </a:r>
                      <a:endParaRPr lang="en-US" sz="1100" noProof="0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Configuration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drift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across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environments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human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errors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difficult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rollbacks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Version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control +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automated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deployment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pipelines (DEV → PRE → PRO)</a:t>
                      </a:r>
                      <a:endParaRPr lang="en-US" sz="900" b="1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Consistent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and reproducible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deployments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2910372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cap="none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  <a:sym typeface="Lato"/>
                        </a:rPr>
                        <a:t>Limited Testing Before Production</a:t>
                      </a:r>
                      <a:endParaRPr lang="en-US" sz="1100" b="0" i="0" u="none" strike="noStrike" kern="1200" cap="none" noProof="0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Unexpected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behaviors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hallucinations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broken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integrations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performance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degradation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Automated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validation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&amp;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evaluation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testing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before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release</a:t>
                      </a:r>
                      <a:endParaRPr lang="en-US" sz="900" b="1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Higher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reliability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and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production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confidence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9945166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cap="none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Security &amp; Compliance Concerns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Unauthorized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access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secret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exposure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compliance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risks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Approval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gates, RBAC,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secrets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management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,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auditability</a:t>
                      </a:r>
                      <a:endParaRPr lang="en-US" sz="900" b="1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Secure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and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compliant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deployments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8522460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  <a:sym typeface="Lato"/>
                        </a:rPr>
                        <a:t>Reliability</a:t>
                      </a:r>
                      <a:endParaRPr lang="en-US" sz="1100" noProof="0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Different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behavior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between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environments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Controlled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environment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promotion</a:t>
                      </a:r>
                      <a:endParaRPr lang="en-US" sz="900" b="1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Consistent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agent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behavior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1367000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cap="none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  <a:sym typeface="Lato"/>
                        </a:rPr>
                        <a:t>Governance</a:t>
                      </a:r>
                      <a:endParaRPr lang="en-US" sz="1100" b="0" i="0" u="none" strike="noStrike" kern="1200" cap="none" noProof="0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Lack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of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traceability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Git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versioning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+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approval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workflows</a:t>
                      </a:r>
                      <a:endParaRPr lang="en-US" sz="900" b="1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Full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change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visibility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3375382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cap="none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Quality Assurance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Production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incidents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due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to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insufficient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testing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CI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quality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gates</a:t>
                      </a:r>
                      <a:endParaRPr lang="en-US" sz="900" b="1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Reduced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production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failures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3971490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cap="none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Scalability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Hard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to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manage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multiple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agents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consistently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Standardized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delivery</a:t>
                      </a:r>
                      <a:r>
                        <a:rPr lang="es-ES" sz="900" b="1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1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model</a:t>
                      </a:r>
                      <a:endParaRPr lang="en-US" sz="900" b="1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Scalable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agent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operations</a:t>
                      </a:r>
                      <a:endParaRPr lang="en-US" sz="900" b="0" kern="1200" noProof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445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574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2E0A8-B1E2-6847-7F7F-421E869B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1EB0CE-DF7B-8D7A-96FF-3BD5039A0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93" y="365126"/>
            <a:ext cx="11253576" cy="491522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</a:pPr>
            <a:r>
              <a:rPr lang="en-US" sz="2400" dirty="0">
                <a:solidFill>
                  <a:schemeClr val="accent3"/>
                </a:solidFill>
              </a:rPr>
              <a:t>CI/CD for Enterprise Low-Code AI Agents </a:t>
            </a:r>
            <a:r>
              <a:rPr lang="en-US" noProof="0" dirty="0">
                <a:solidFill>
                  <a:schemeClr val="accent3"/>
                </a:solidFill>
                <a:latin typeface="+mj-lt"/>
              </a:rPr>
              <a:t>|</a:t>
            </a:r>
            <a:r>
              <a:rPr lang="es-ES" dirty="0" err="1"/>
              <a:t>Proposed</a:t>
            </a:r>
            <a:r>
              <a:rPr lang="es-ES" dirty="0"/>
              <a:t> CI/CD </a:t>
            </a:r>
            <a:r>
              <a:rPr lang="es-ES" dirty="0" err="1"/>
              <a:t>Architecture</a:t>
            </a:r>
            <a:endParaRPr lang="en-US" noProof="0" dirty="0">
              <a:latin typeface="+mj-lt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0ECA245-0577-D929-CFF6-6E708DF7A5FA}"/>
              </a:ext>
            </a:extLst>
          </p:cNvPr>
          <p:cNvSpPr txBox="1">
            <a:spLocks/>
          </p:cNvSpPr>
          <p:nvPr/>
        </p:nvSpPr>
        <p:spPr>
          <a:xfrm>
            <a:off x="134754" y="17538"/>
            <a:ext cx="10741347" cy="34964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284400" indent="-1728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2pPr>
            <a:lvl3pPr marL="511200" indent="-165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Trebuchet MS" panose="020B0603020202020204" pitchFamily="34" charset="0"/>
              <a:buChar char="–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kern="12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5pPr>
            <a:lvl6pPr marL="269875" indent="-1524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6pPr>
            <a:lvl7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4400" kern="1200" baseline="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5400" kern="1200" baseline="0" smtClean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2400" kern="1200" baseline="0" dirty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600" noProof="0">
                <a:solidFill>
                  <a:srgbClr val="EB0000"/>
                </a:solidFill>
              </a:rPr>
              <a:t>Taxonomy</a:t>
            </a:r>
            <a:endParaRPr lang="en-US" sz="1100" noProof="0"/>
          </a:p>
        </p:txBody>
      </p:sp>
      <p:sp>
        <p:nvSpPr>
          <p:cNvPr id="300" name="CuadroTexto 299">
            <a:extLst>
              <a:ext uri="{FF2B5EF4-FFF2-40B4-BE49-F238E27FC236}">
                <a16:creationId xmlns:a16="http://schemas.microsoft.com/office/drawing/2014/main" id="{03C2982F-036E-60FC-01C2-A239D9AE40C0}"/>
              </a:ext>
            </a:extLst>
          </p:cNvPr>
          <p:cNvSpPr txBox="1"/>
          <p:nvPr/>
        </p:nvSpPr>
        <p:spPr>
          <a:xfrm>
            <a:off x="8363415" y="-80288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303" name="CuadroTexto 302">
            <a:extLst>
              <a:ext uri="{FF2B5EF4-FFF2-40B4-BE49-F238E27FC236}">
                <a16:creationId xmlns:a16="http://schemas.microsoft.com/office/drawing/2014/main" id="{0352C91C-1037-2D25-E0A2-B85E5803281A}"/>
              </a:ext>
            </a:extLst>
          </p:cNvPr>
          <p:cNvSpPr txBox="1"/>
          <p:nvPr/>
        </p:nvSpPr>
        <p:spPr>
          <a:xfrm>
            <a:off x="8218449" y="-847493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270" name="CuadroTexto 269">
            <a:extLst>
              <a:ext uri="{FF2B5EF4-FFF2-40B4-BE49-F238E27FC236}">
                <a16:creationId xmlns:a16="http://schemas.microsoft.com/office/drawing/2014/main" id="{8C224326-E6B6-004C-1604-8AF0406F49B6}"/>
              </a:ext>
            </a:extLst>
          </p:cNvPr>
          <p:cNvSpPr txBox="1"/>
          <p:nvPr/>
        </p:nvSpPr>
        <p:spPr>
          <a:xfrm>
            <a:off x="379141" y="869799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278" name="CuadroTexto 277">
            <a:extLst>
              <a:ext uri="{FF2B5EF4-FFF2-40B4-BE49-F238E27FC236}">
                <a16:creationId xmlns:a16="http://schemas.microsoft.com/office/drawing/2014/main" id="{CD5B61EA-C582-D7FD-0181-6B3C1374FDCC}"/>
              </a:ext>
            </a:extLst>
          </p:cNvPr>
          <p:cNvSpPr txBox="1"/>
          <p:nvPr/>
        </p:nvSpPr>
        <p:spPr>
          <a:xfrm>
            <a:off x="-111512" y="981311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16" name="Google Shape;158;g3b312e66648_0_0">
            <a:extLst>
              <a:ext uri="{FF2B5EF4-FFF2-40B4-BE49-F238E27FC236}">
                <a16:creationId xmlns:a16="http://schemas.microsoft.com/office/drawing/2014/main" id="{DBB72ECC-000F-E79F-F327-4AFB2F10BC41}"/>
              </a:ext>
            </a:extLst>
          </p:cNvPr>
          <p:cNvSpPr txBox="1"/>
          <p:nvPr/>
        </p:nvSpPr>
        <p:spPr>
          <a:xfrm>
            <a:off x="1130188" y="1250827"/>
            <a:ext cx="721165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Develop</a:t>
            </a:r>
          </a:p>
        </p:txBody>
      </p:sp>
      <p:sp>
        <p:nvSpPr>
          <p:cNvPr id="3" name="Google Shape;158;g3b312e66648_0_0">
            <a:extLst>
              <a:ext uri="{FF2B5EF4-FFF2-40B4-BE49-F238E27FC236}">
                <a16:creationId xmlns:a16="http://schemas.microsoft.com/office/drawing/2014/main" id="{CE93D2EB-FA45-7DC2-76E1-3115C0A3E5CD}"/>
              </a:ext>
            </a:extLst>
          </p:cNvPr>
          <p:cNvSpPr txBox="1"/>
          <p:nvPr/>
        </p:nvSpPr>
        <p:spPr>
          <a:xfrm>
            <a:off x="2758146" y="4320556"/>
            <a:ext cx="1182958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Git Repository</a:t>
            </a:r>
          </a:p>
        </p:txBody>
      </p:sp>
      <p:sp>
        <p:nvSpPr>
          <p:cNvPr id="4" name="Google Shape;158;g3b312e66648_0_0">
            <a:extLst>
              <a:ext uri="{FF2B5EF4-FFF2-40B4-BE49-F238E27FC236}">
                <a16:creationId xmlns:a16="http://schemas.microsoft.com/office/drawing/2014/main" id="{2B1EF6BF-FCAA-3C9E-5247-E8338302B789}"/>
              </a:ext>
            </a:extLst>
          </p:cNvPr>
          <p:cNvSpPr txBox="1"/>
          <p:nvPr/>
        </p:nvSpPr>
        <p:spPr>
          <a:xfrm>
            <a:off x="4847665" y="1204236"/>
            <a:ext cx="721165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CI Layer</a:t>
            </a:r>
          </a:p>
        </p:txBody>
      </p:sp>
      <p:sp>
        <p:nvSpPr>
          <p:cNvPr id="12" name="Google Shape;158;g3b312e66648_0_0">
            <a:extLst>
              <a:ext uri="{FF2B5EF4-FFF2-40B4-BE49-F238E27FC236}">
                <a16:creationId xmlns:a16="http://schemas.microsoft.com/office/drawing/2014/main" id="{10B54D63-5369-199D-C14D-93DCC865977A}"/>
              </a:ext>
            </a:extLst>
          </p:cNvPr>
          <p:cNvSpPr txBox="1"/>
          <p:nvPr/>
        </p:nvSpPr>
        <p:spPr>
          <a:xfrm>
            <a:off x="6169541" y="4210993"/>
            <a:ext cx="808064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CD Layer</a:t>
            </a:r>
          </a:p>
        </p:txBody>
      </p:sp>
      <p:sp>
        <p:nvSpPr>
          <p:cNvPr id="23" name="Google Shape;158;g3b312e66648_0_0">
            <a:extLst>
              <a:ext uri="{FF2B5EF4-FFF2-40B4-BE49-F238E27FC236}">
                <a16:creationId xmlns:a16="http://schemas.microsoft.com/office/drawing/2014/main" id="{F013F1C0-C114-6C62-9086-A4C9D403A223}"/>
              </a:ext>
            </a:extLst>
          </p:cNvPr>
          <p:cNvSpPr txBox="1"/>
          <p:nvPr/>
        </p:nvSpPr>
        <p:spPr>
          <a:xfrm>
            <a:off x="7810181" y="1408732"/>
            <a:ext cx="1272339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Maisa Platform</a:t>
            </a:r>
            <a:endParaRPr lang="en-US" noProof="0" dirty="0"/>
          </a:p>
        </p:txBody>
      </p:sp>
      <p:sp>
        <p:nvSpPr>
          <p:cNvPr id="27" name="Google Shape;158;g3b312e66648_0_0">
            <a:extLst>
              <a:ext uri="{FF2B5EF4-FFF2-40B4-BE49-F238E27FC236}">
                <a16:creationId xmlns:a16="http://schemas.microsoft.com/office/drawing/2014/main" id="{54607671-7FA3-A56A-7600-B7D5FDBA33F3}"/>
              </a:ext>
            </a:extLst>
          </p:cNvPr>
          <p:cNvSpPr txBox="1"/>
          <p:nvPr/>
        </p:nvSpPr>
        <p:spPr>
          <a:xfrm>
            <a:off x="9778821" y="3380677"/>
            <a:ext cx="1097280" cy="5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Governance</a:t>
            </a:r>
            <a:endParaRPr lang="en-US" noProof="0" dirty="0"/>
          </a:p>
        </p:txBody>
      </p:sp>
      <p:sp>
        <p:nvSpPr>
          <p:cNvPr id="54" name="Google Shape;157;g3b312e66648_0_0">
            <a:extLst>
              <a:ext uri="{FF2B5EF4-FFF2-40B4-BE49-F238E27FC236}">
                <a16:creationId xmlns:a16="http://schemas.microsoft.com/office/drawing/2014/main" id="{0C6E63E7-D0ED-59B7-6501-F54F74157A7D}"/>
              </a:ext>
            </a:extLst>
          </p:cNvPr>
          <p:cNvSpPr txBox="1"/>
          <p:nvPr/>
        </p:nvSpPr>
        <p:spPr>
          <a:xfrm>
            <a:off x="201518" y="1787035"/>
            <a:ext cx="2922817" cy="1641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100" b="1" dirty="0"/>
              <a:t>Agent </a:t>
            </a:r>
            <a:r>
              <a:rPr lang="es-ES" sz="1100" b="1" dirty="0" err="1"/>
              <a:t>Creation</a:t>
            </a:r>
            <a:r>
              <a:rPr lang="es-ES" sz="1100" b="1" dirty="0"/>
              <a:t> &amp; </a:t>
            </a:r>
            <a:r>
              <a:rPr lang="es-ES" sz="1100" b="1" dirty="0" err="1"/>
              <a:t>Configuration</a:t>
            </a:r>
            <a:endParaRPr lang="es-ES" sz="1100" b="1" dirty="0"/>
          </a:p>
          <a:p>
            <a:r>
              <a:rPr lang="es-ES" sz="1100" dirty="0" err="1"/>
              <a:t>Developers</a:t>
            </a:r>
            <a:r>
              <a:rPr lang="es-ES" sz="1100" dirty="0"/>
              <a:t>, </a:t>
            </a:r>
            <a:r>
              <a:rPr lang="es-ES" sz="1100" dirty="0" err="1"/>
              <a:t>business</a:t>
            </a:r>
            <a:r>
              <a:rPr lang="es-ES" sz="1100" dirty="0"/>
              <a:t> </a:t>
            </a:r>
            <a:r>
              <a:rPr lang="es-ES" sz="1100" dirty="0" err="1"/>
              <a:t>users</a:t>
            </a:r>
            <a:r>
              <a:rPr lang="es-ES" sz="1100" dirty="0"/>
              <a:t>, </a:t>
            </a:r>
            <a:r>
              <a:rPr lang="es-ES" sz="1100" dirty="0" err="1"/>
              <a:t>or</a:t>
            </a:r>
            <a:r>
              <a:rPr lang="es-ES" sz="1100" dirty="0"/>
              <a:t> </a:t>
            </a:r>
            <a:r>
              <a:rPr lang="es-ES" sz="1100" dirty="0" err="1"/>
              <a:t>technical</a:t>
            </a:r>
            <a:r>
              <a:rPr lang="es-ES" sz="1100" dirty="0"/>
              <a:t> </a:t>
            </a:r>
            <a:r>
              <a:rPr lang="es-ES" sz="1100" dirty="0" err="1"/>
              <a:t>teams</a:t>
            </a:r>
            <a:r>
              <a:rPr lang="es-ES" sz="1100" dirty="0"/>
              <a:t> </a:t>
            </a:r>
            <a:r>
              <a:rPr lang="es-ES" sz="1100" dirty="0" err="1"/>
              <a:t>design</a:t>
            </a:r>
            <a:r>
              <a:rPr lang="es-ES" sz="1100" dirty="0"/>
              <a:t> AI </a:t>
            </a:r>
            <a:r>
              <a:rPr lang="es-ES" sz="1100" dirty="0" err="1"/>
              <a:t>agents</a:t>
            </a:r>
            <a:r>
              <a:rPr lang="es-ES" sz="1100" dirty="0"/>
              <a:t> </a:t>
            </a:r>
            <a:r>
              <a:rPr lang="es-ES" sz="1100" dirty="0" err="1"/>
              <a:t>inside</a:t>
            </a:r>
            <a:r>
              <a:rPr lang="es-ES" sz="1100" dirty="0"/>
              <a:t> Maisa.</a:t>
            </a:r>
          </a:p>
          <a:p>
            <a:r>
              <a:rPr lang="es-ES" sz="1100" dirty="0" err="1"/>
              <a:t>Activities</a:t>
            </a:r>
            <a:r>
              <a:rPr lang="es-ES" sz="1100" dirty="0"/>
              <a:t> </a:t>
            </a:r>
            <a:r>
              <a:rPr lang="es-ES" sz="1100" dirty="0" err="1"/>
              <a:t>include</a:t>
            </a:r>
            <a:r>
              <a:rPr lang="es-ES" sz="1100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Creating</a:t>
            </a:r>
            <a:r>
              <a:rPr lang="es-ES" sz="1100" dirty="0"/>
              <a:t> </a:t>
            </a:r>
            <a:r>
              <a:rPr lang="es-ES" sz="1100" dirty="0" err="1"/>
              <a:t>agents</a:t>
            </a:r>
            <a:endParaRPr lang="es-E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Defining</a:t>
            </a:r>
            <a:r>
              <a:rPr lang="es-ES" sz="1100" dirty="0"/>
              <a:t> </a:t>
            </a:r>
            <a:r>
              <a:rPr lang="es-ES" sz="1100" dirty="0" err="1"/>
              <a:t>prompts</a:t>
            </a:r>
            <a:r>
              <a:rPr lang="es-ES" sz="1100" dirty="0"/>
              <a:t> and </a:t>
            </a:r>
            <a:r>
              <a:rPr lang="es-ES" sz="1100" dirty="0" err="1"/>
              <a:t>system</a:t>
            </a:r>
            <a:r>
              <a:rPr lang="es-ES" sz="1100" dirty="0"/>
              <a:t> </a:t>
            </a:r>
            <a:r>
              <a:rPr lang="es-ES" sz="1100" dirty="0" err="1"/>
              <a:t>behavior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Configuring</a:t>
            </a:r>
            <a:r>
              <a:rPr lang="es-ES" sz="1100" dirty="0"/>
              <a:t> </a:t>
            </a:r>
            <a:r>
              <a:rPr lang="es-ES" sz="1100" dirty="0" err="1"/>
              <a:t>tools</a:t>
            </a:r>
            <a:r>
              <a:rPr lang="es-ES" sz="1100" dirty="0"/>
              <a:t>, </a:t>
            </a:r>
            <a:r>
              <a:rPr lang="es-ES" sz="1100" dirty="0" err="1"/>
              <a:t>connectors</a:t>
            </a:r>
            <a:r>
              <a:rPr lang="es-ES" sz="1100" dirty="0"/>
              <a:t>, and </a:t>
            </a:r>
            <a:r>
              <a:rPr lang="es-ES" sz="1100" dirty="0" err="1"/>
              <a:t>permissions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Selecting</a:t>
            </a:r>
            <a:r>
              <a:rPr lang="es-ES" sz="1100" dirty="0"/>
              <a:t> </a:t>
            </a:r>
            <a:r>
              <a:rPr lang="es-ES" sz="1100" dirty="0" err="1"/>
              <a:t>models</a:t>
            </a:r>
            <a:r>
              <a:rPr lang="es-ES" sz="1100" dirty="0"/>
              <a:t> and </a:t>
            </a:r>
            <a:r>
              <a:rPr lang="es-ES" sz="1100" dirty="0" err="1"/>
              <a:t>runtime</a:t>
            </a:r>
            <a:r>
              <a:rPr lang="es-ES" sz="1100" dirty="0"/>
              <a:t> </a:t>
            </a:r>
            <a:r>
              <a:rPr lang="es-ES" sz="1100" dirty="0" err="1"/>
              <a:t>parameters</a:t>
            </a:r>
            <a:r>
              <a:rPr lang="es-ES" sz="1100" dirty="0"/>
              <a:t> </a:t>
            </a:r>
          </a:p>
          <a:p>
            <a:r>
              <a:rPr lang="es-ES" sz="1100" b="1" dirty="0" err="1"/>
              <a:t>Goal</a:t>
            </a:r>
            <a:r>
              <a:rPr lang="es-ES" sz="1100" b="1" dirty="0"/>
              <a:t>:</a:t>
            </a:r>
            <a:r>
              <a:rPr lang="es-ES" sz="1100" dirty="0"/>
              <a:t> Rapid and </a:t>
            </a:r>
            <a:r>
              <a:rPr lang="es-ES" sz="1100" dirty="0" err="1"/>
              <a:t>collaborative</a:t>
            </a:r>
            <a:r>
              <a:rPr lang="es-ES" sz="1100" dirty="0"/>
              <a:t> </a:t>
            </a:r>
            <a:r>
              <a:rPr lang="es-ES" sz="1100" dirty="0" err="1"/>
              <a:t>agent</a:t>
            </a:r>
            <a:r>
              <a:rPr lang="es-ES" sz="1100" dirty="0"/>
              <a:t> </a:t>
            </a:r>
            <a:r>
              <a:rPr lang="es-ES" sz="1100" dirty="0" err="1"/>
              <a:t>creation</a:t>
            </a:r>
            <a:r>
              <a:rPr lang="es-ES" sz="1100" dirty="0"/>
              <a:t>.</a:t>
            </a:r>
          </a:p>
        </p:txBody>
      </p:sp>
      <p:sp>
        <p:nvSpPr>
          <p:cNvPr id="55" name="Google Shape;157;g3b312e66648_0_0">
            <a:extLst>
              <a:ext uri="{FF2B5EF4-FFF2-40B4-BE49-F238E27FC236}">
                <a16:creationId xmlns:a16="http://schemas.microsoft.com/office/drawing/2014/main" id="{3ED92DBC-69F9-A5AA-4376-1937E4FB3AB9}"/>
              </a:ext>
            </a:extLst>
          </p:cNvPr>
          <p:cNvSpPr txBox="1"/>
          <p:nvPr/>
        </p:nvSpPr>
        <p:spPr>
          <a:xfrm>
            <a:off x="2075312" y="4804993"/>
            <a:ext cx="2548625" cy="14013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100" b="1" dirty="0"/>
              <a:t>Single </a:t>
            </a:r>
            <a:r>
              <a:rPr lang="es-ES" sz="1100" b="1" dirty="0" err="1"/>
              <a:t>Source</a:t>
            </a:r>
            <a:r>
              <a:rPr lang="es-ES" sz="1100" b="1" dirty="0"/>
              <a:t> </a:t>
            </a:r>
            <a:r>
              <a:rPr lang="es-ES" sz="1100" b="1" dirty="0" err="1"/>
              <a:t>of</a:t>
            </a:r>
            <a:r>
              <a:rPr lang="es-ES" sz="1100" b="1" dirty="0"/>
              <a:t> Truth</a:t>
            </a:r>
          </a:p>
          <a:p>
            <a:r>
              <a:rPr lang="es-ES" sz="1100" dirty="0" err="1"/>
              <a:t>All</a:t>
            </a:r>
            <a:r>
              <a:rPr lang="es-ES" sz="1100" dirty="0"/>
              <a:t> </a:t>
            </a:r>
            <a:r>
              <a:rPr lang="es-ES" sz="1100" dirty="0" err="1"/>
              <a:t>agent</a:t>
            </a:r>
            <a:r>
              <a:rPr lang="es-ES" sz="1100" dirty="0"/>
              <a:t> </a:t>
            </a:r>
            <a:r>
              <a:rPr lang="es-ES" sz="1100" dirty="0" err="1"/>
              <a:t>artifacts</a:t>
            </a:r>
            <a:r>
              <a:rPr lang="es-ES" sz="1100" dirty="0"/>
              <a:t> are </a:t>
            </a:r>
            <a:r>
              <a:rPr lang="es-ES" sz="1100" dirty="0" err="1"/>
              <a:t>version</a:t>
            </a:r>
            <a:r>
              <a:rPr lang="es-ES" sz="1100" dirty="0"/>
              <a:t> </a:t>
            </a:r>
            <a:r>
              <a:rPr lang="es-ES" sz="1100" dirty="0" err="1"/>
              <a:t>controlled</a:t>
            </a:r>
            <a:r>
              <a:rPr lang="es-ES" sz="1100" dirty="0"/>
              <a:t> </a:t>
            </a:r>
            <a:r>
              <a:rPr lang="es-ES" sz="1100" dirty="0" err="1"/>
              <a:t>to</a:t>
            </a:r>
            <a:r>
              <a:rPr lang="es-ES" sz="1100" dirty="0"/>
              <a:t> </a:t>
            </a:r>
            <a:r>
              <a:rPr lang="es-ES" sz="1100" dirty="0" err="1"/>
              <a:t>guarantee</a:t>
            </a:r>
            <a:r>
              <a:rPr lang="es-ES" sz="1100" dirty="0"/>
              <a:t> </a:t>
            </a:r>
            <a:r>
              <a:rPr lang="es-ES" sz="1100" dirty="0" err="1"/>
              <a:t>reproducibility</a:t>
            </a:r>
            <a:r>
              <a:rPr lang="es-ES" sz="1100" dirty="0"/>
              <a:t>.</a:t>
            </a:r>
          </a:p>
          <a:p>
            <a:r>
              <a:rPr lang="es-ES" sz="1100" dirty="0" err="1"/>
              <a:t>Stored</a:t>
            </a:r>
            <a:r>
              <a:rPr lang="es-ES" sz="1100" dirty="0"/>
              <a:t> </a:t>
            </a:r>
            <a:r>
              <a:rPr lang="es-ES" sz="1100" dirty="0" err="1"/>
              <a:t>assets</a:t>
            </a:r>
            <a:r>
              <a:rPr lang="es-ES" sz="1100" dirty="0"/>
              <a:t> </a:t>
            </a:r>
            <a:r>
              <a:rPr lang="es-ES" sz="1100" dirty="0" err="1"/>
              <a:t>include</a:t>
            </a:r>
            <a:r>
              <a:rPr lang="es-ES" sz="1100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/>
              <a:t>Agent </a:t>
            </a:r>
            <a:r>
              <a:rPr lang="es-ES" sz="1100" dirty="0" err="1"/>
              <a:t>definitions</a:t>
            </a:r>
            <a:r>
              <a:rPr lang="es-ES" sz="1100" dirty="0"/>
              <a:t> and </a:t>
            </a:r>
            <a:r>
              <a:rPr lang="es-ES" sz="1100" dirty="0" err="1"/>
              <a:t>configurations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Prompt</a:t>
            </a:r>
            <a:r>
              <a:rPr lang="es-ES" sz="1100" dirty="0"/>
              <a:t> </a:t>
            </a:r>
            <a:r>
              <a:rPr lang="es-ES" sz="1100" dirty="0" err="1"/>
              <a:t>templates</a:t>
            </a:r>
            <a:endParaRPr lang="es-E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Policies</a:t>
            </a:r>
            <a:r>
              <a:rPr lang="es-ES" sz="1100" dirty="0"/>
              <a:t> and </a:t>
            </a:r>
            <a:r>
              <a:rPr lang="es-ES" sz="1100" dirty="0" err="1"/>
              <a:t>permissions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/>
              <a:t>Test </a:t>
            </a:r>
            <a:r>
              <a:rPr lang="es-ES" sz="1100" dirty="0" err="1"/>
              <a:t>datasets</a:t>
            </a:r>
            <a:r>
              <a:rPr lang="es-ES" sz="1100" dirty="0"/>
              <a:t> and </a:t>
            </a:r>
            <a:r>
              <a:rPr lang="es-ES" sz="1100" dirty="0" err="1"/>
              <a:t>evaluation</a:t>
            </a:r>
            <a:r>
              <a:rPr lang="es-ES" sz="1100" dirty="0"/>
              <a:t> </a:t>
            </a:r>
            <a:r>
              <a:rPr lang="es-ES" sz="1100" dirty="0" err="1"/>
              <a:t>scenarios</a:t>
            </a:r>
            <a:endParaRPr lang="es-ES" sz="1100" dirty="0"/>
          </a:p>
        </p:txBody>
      </p:sp>
      <p:sp>
        <p:nvSpPr>
          <p:cNvPr id="56" name="Google Shape;157;g3b312e66648_0_0">
            <a:extLst>
              <a:ext uri="{FF2B5EF4-FFF2-40B4-BE49-F238E27FC236}">
                <a16:creationId xmlns:a16="http://schemas.microsoft.com/office/drawing/2014/main" id="{05E2A65B-F43A-818A-AF93-ABB60AD389E5}"/>
              </a:ext>
            </a:extLst>
          </p:cNvPr>
          <p:cNvSpPr txBox="1"/>
          <p:nvPr/>
        </p:nvSpPr>
        <p:spPr>
          <a:xfrm>
            <a:off x="3728573" y="1642209"/>
            <a:ext cx="3029580" cy="2439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100" b="1" dirty="0" err="1"/>
              <a:t>Automated</a:t>
            </a:r>
            <a:r>
              <a:rPr lang="es-ES" sz="1100" b="1" dirty="0"/>
              <a:t> </a:t>
            </a:r>
            <a:r>
              <a:rPr lang="es-ES" sz="1100" b="1" dirty="0" err="1"/>
              <a:t>Validation</a:t>
            </a:r>
            <a:r>
              <a:rPr lang="es-ES" sz="1100" b="1" dirty="0"/>
              <a:t> &amp; </a:t>
            </a:r>
            <a:r>
              <a:rPr lang="es-ES" sz="1100" b="1" dirty="0" err="1"/>
              <a:t>Quality</a:t>
            </a:r>
            <a:r>
              <a:rPr lang="es-ES" sz="1100" b="1" dirty="0"/>
              <a:t> Gates</a:t>
            </a:r>
          </a:p>
          <a:p>
            <a:r>
              <a:rPr lang="es-ES" sz="1100" dirty="0" err="1"/>
              <a:t>Before</a:t>
            </a:r>
            <a:r>
              <a:rPr lang="es-ES" sz="1100" dirty="0"/>
              <a:t> </a:t>
            </a:r>
            <a:r>
              <a:rPr lang="es-ES" sz="1100" dirty="0" err="1"/>
              <a:t>promotion</a:t>
            </a:r>
            <a:r>
              <a:rPr lang="es-ES" sz="1100" dirty="0"/>
              <a:t>, </a:t>
            </a:r>
            <a:r>
              <a:rPr lang="es-ES" sz="1100" dirty="0" err="1"/>
              <a:t>every</a:t>
            </a:r>
            <a:r>
              <a:rPr lang="es-ES" sz="1100" dirty="0"/>
              <a:t> </a:t>
            </a:r>
            <a:r>
              <a:rPr lang="es-ES" sz="1100" dirty="0" err="1"/>
              <a:t>change</a:t>
            </a:r>
            <a:r>
              <a:rPr lang="es-ES" sz="1100" dirty="0"/>
              <a:t> </a:t>
            </a:r>
            <a:r>
              <a:rPr lang="es-ES" sz="1100" dirty="0" err="1"/>
              <a:t>is</a:t>
            </a:r>
            <a:r>
              <a:rPr lang="es-ES" sz="1100" dirty="0"/>
              <a:t> </a:t>
            </a:r>
            <a:r>
              <a:rPr lang="es-ES" sz="1100" dirty="0" err="1"/>
              <a:t>automatically</a:t>
            </a:r>
            <a:r>
              <a:rPr lang="es-ES" sz="1100" dirty="0"/>
              <a:t> </a:t>
            </a:r>
            <a:r>
              <a:rPr lang="es-ES" sz="1100" dirty="0" err="1"/>
              <a:t>validated</a:t>
            </a:r>
            <a:r>
              <a:rPr lang="es-ES" sz="1100" dirty="0"/>
              <a:t>.</a:t>
            </a:r>
          </a:p>
          <a:p>
            <a:r>
              <a:rPr lang="es-ES" sz="1100" b="1" dirty="0" err="1"/>
              <a:t>Validation</a:t>
            </a:r>
            <a:r>
              <a:rPr lang="es-ES" sz="1100" b="1" dirty="0"/>
              <a:t> </a:t>
            </a:r>
            <a:r>
              <a:rPr lang="es-ES" sz="1100" b="1" dirty="0" err="1"/>
              <a:t>checks</a:t>
            </a:r>
            <a:endParaRPr lang="es-ES" sz="11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Configuration</a:t>
            </a:r>
            <a:r>
              <a:rPr lang="es-ES" sz="1100" dirty="0"/>
              <a:t> and </a:t>
            </a:r>
            <a:r>
              <a:rPr lang="es-ES" sz="1100" dirty="0" err="1"/>
              <a:t>schema</a:t>
            </a:r>
            <a:r>
              <a:rPr lang="es-ES" sz="1100" dirty="0"/>
              <a:t> </a:t>
            </a:r>
            <a:r>
              <a:rPr lang="es-ES" sz="1100" dirty="0" err="1"/>
              <a:t>validation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Prompt</a:t>
            </a:r>
            <a:r>
              <a:rPr lang="es-ES" sz="1100" dirty="0"/>
              <a:t> </a:t>
            </a:r>
            <a:r>
              <a:rPr lang="es-ES" sz="1100" dirty="0" err="1"/>
              <a:t>quality</a:t>
            </a:r>
            <a:r>
              <a:rPr lang="es-ES" sz="1100" dirty="0"/>
              <a:t> </a:t>
            </a:r>
            <a:r>
              <a:rPr lang="es-ES" sz="1100" dirty="0" err="1"/>
              <a:t>checks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Integration</a:t>
            </a:r>
            <a:r>
              <a:rPr lang="es-ES" sz="1100" dirty="0"/>
              <a:t> </a:t>
            </a:r>
            <a:r>
              <a:rPr lang="es-ES" sz="1100" dirty="0" err="1"/>
              <a:t>verification</a:t>
            </a:r>
            <a:r>
              <a:rPr lang="es-ES" sz="1100" dirty="0"/>
              <a:t> </a:t>
            </a:r>
          </a:p>
          <a:p>
            <a:r>
              <a:rPr lang="es-ES" sz="1100" b="1" dirty="0" err="1"/>
              <a:t>Evaluation</a:t>
            </a:r>
            <a:r>
              <a:rPr lang="es-ES" sz="1100" b="1" dirty="0"/>
              <a:t> </a:t>
            </a:r>
            <a:r>
              <a:rPr lang="es-ES" sz="1100" b="1" dirty="0" err="1"/>
              <a:t>testing</a:t>
            </a:r>
            <a:endParaRPr lang="es-ES" sz="11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Benchmark</a:t>
            </a:r>
            <a:r>
              <a:rPr lang="es-ES" sz="1100" dirty="0"/>
              <a:t> </a:t>
            </a:r>
            <a:r>
              <a:rPr lang="es-ES" sz="1100" dirty="0" err="1"/>
              <a:t>datasets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Expected</a:t>
            </a:r>
            <a:r>
              <a:rPr lang="es-ES" sz="1100" dirty="0"/>
              <a:t> response </a:t>
            </a:r>
            <a:r>
              <a:rPr lang="es-ES" sz="1100" dirty="0" err="1"/>
              <a:t>validation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Hallucination</a:t>
            </a:r>
            <a:r>
              <a:rPr lang="es-ES" sz="1100" dirty="0"/>
              <a:t> and </a:t>
            </a:r>
            <a:r>
              <a:rPr lang="es-ES" sz="1100" dirty="0" err="1"/>
              <a:t>consistency</a:t>
            </a:r>
            <a:r>
              <a:rPr lang="es-ES" sz="1100" dirty="0"/>
              <a:t> </a:t>
            </a:r>
            <a:r>
              <a:rPr lang="es-ES" sz="1100" dirty="0" err="1"/>
              <a:t>testing</a:t>
            </a:r>
            <a:r>
              <a:rPr lang="es-ES" sz="1100" dirty="0"/>
              <a:t> </a:t>
            </a:r>
          </a:p>
          <a:p>
            <a:r>
              <a:rPr lang="es-ES" sz="1100" b="1" dirty="0"/>
              <a:t>Security </a:t>
            </a:r>
            <a:r>
              <a:rPr lang="es-ES" sz="1100" b="1" dirty="0" err="1"/>
              <a:t>checks</a:t>
            </a:r>
            <a:endParaRPr lang="es-ES" sz="11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Permission</a:t>
            </a:r>
            <a:r>
              <a:rPr lang="es-ES" sz="1100" dirty="0"/>
              <a:t> </a:t>
            </a:r>
            <a:r>
              <a:rPr lang="es-ES" sz="1100" dirty="0" err="1"/>
              <a:t>validation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Secrets</a:t>
            </a:r>
            <a:r>
              <a:rPr lang="es-ES" sz="1100" dirty="0"/>
              <a:t> </a:t>
            </a:r>
            <a:r>
              <a:rPr lang="es-ES" sz="1100" dirty="0" err="1"/>
              <a:t>scanning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/>
              <a:t>Policy </a:t>
            </a:r>
            <a:r>
              <a:rPr lang="es-ES" sz="1100" dirty="0" err="1"/>
              <a:t>compliance</a:t>
            </a:r>
            <a:endParaRPr lang="es-ES" sz="1100" dirty="0"/>
          </a:p>
        </p:txBody>
      </p:sp>
      <p:sp>
        <p:nvSpPr>
          <p:cNvPr id="57" name="Google Shape;157;g3b312e66648_0_0">
            <a:extLst>
              <a:ext uri="{FF2B5EF4-FFF2-40B4-BE49-F238E27FC236}">
                <a16:creationId xmlns:a16="http://schemas.microsoft.com/office/drawing/2014/main" id="{236D777D-DE2F-7724-CC5D-74A359B5A2B0}"/>
              </a:ext>
            </a:extLst>
          </p:cNvPr>
          <p:cNvSpPr txBox="1"/>
          <p:nvPr/>
        </p:nvSpPr>
        <p:spPr>
          <a:xfrm>
            <a:off x="5654259" y="4726846"/>
            <a:ext cx="2112578" cy="192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100" b="1" dirty="0" err="1"/>
              <a:t>Controlled</a:t>
            </a:r>
            <a:r>
              <a:rPr lang="es-ES" sz="1100" b="1" dirty="0"/>
              <a:t> </a:t>
            </a:r>
            <a:r>
              <a:rPr lang="es-ES" sz="1100" b="1" dirty="0" err="1"/>
              <a:t>Deployment</a:t>
            </a:r>
            <a:r>
              <a:rPr lang="es-ES" sz="1100" b="1" dirty="0"/>
              <a:t> </a:t>
            </a:r>
            <a:r>
              <a:rPr lang="es-ES" sz="1100" b="1" dirty="0" err="1"/>
              <a:t>Across</a:t>
            </a:r>
            <a:r>
              <a:rPr lang="es-ES" sz="1100" b="1" dirty="0"/>
              <a:t> </a:t>
            </a:r>
            <a:r>
              <a:rPr lang="es-ES" sz="1100" b="1" dirty="0" err="1"/>
              <a:t>Environments</a:t>
            </a:r>
            <a:endParaRPr lang="es-ES" sz="1100" b="1" dirty="0"/>
          </a:p>
          <a:p>
            <a:r>
              <a:rPr lang="es-ES" sz="1100" dirty="0" err="1"/>
              <a:t>Validated</a:t>
            </a:r>
            <a:r>
              <a:rPr lang="es-ES" sz="1100" dirty="0"/>
              <a:t> </a:t>
            </a:r>
            <a:r>
              <a:rPr lang="es-ES" sz="1100" dirty="0" err="1"/>
              <a:t>agents</a:t>
            </a:r>
            <a:r>
              <a:rPr lang="es-ES" sz="1100" dirty="0"/>
              <a:t> are </a:t>
            </a:r>
            <a:r>
              <a:rPr lang="es-ES" sz="1100" dirty="0" err="1"/>
              <a:t>promoted</a:t>
            </a:r>
            <a:r>
              <a:rPr lang="es-ES" sz="1100" dirty="0"/>
              <a:t> </a:t>
            </a:r>
            <a:r>
              <a:rPr lang="es-ES" sz="1100" dirty="0" err="1"/>
              <a:t>safely</a:t>
            </a:r>
            <a:r>
              <a:rPr lang="es-ES" sz="1100" dirty="0"/>
              <a:t> </a:t>
            </a:r>
            <a:r>
              <a:rPr lang="es-ES" sz="1100" dirty="0" err="1"/>
              <a:t>through</a:t>
            </a:r>
            <a:r>
              <a:rPr lang="es-ES" sz="1100" dirty="0"/>
              <a:t> </a:t>
            </a:r>
            <a:r>
              <a:rPr lang="es-ES" sz="1100" dirty="0" err="1"/>
              <a:t>environments</a:t>
            </a:r>
            <a:r>
              <a:rPr lang="es-ES" sz="1100" dirty="0"/>
              <a:t>.</a:t>
            </a:r>
          </a:p>
          <a:p>
            <a:r>
              <a:rPr lang="es-ES" sz="1100" b="1" dirty="0"/>
              <a:t>           DEV → PRE → PROD</a:t>
            </a:r>
            <a:endParaRPr lang="es-ES" sz="1100" dirty="0"/>
          </a:p>
          <a:p>
            <a:r>
              <a:rPr lang="es-ES" sz="1100" dirty="0" err="1"/>
              <a:t>Deployment</a:t>
            </a:r>
            <a:r>
              <a:rPr lang="es-ES" sz="1100" dirty="0"/>
              <a:t> </a:t>
            </a:r>
            <a:r>
              <a:rPr lang="es-ES" sz="1100" dirty="0" err="1"/>
              <a:t>includes</a:t>
            </a:r>
            <a:r>
              <a:rPr lang="es-ES" sz="1100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Controlled</a:t>
            </a:r>
            <a:r>
              <a:rPr lang="es-ES" sz="1100" dirty="0"/>
              <a:t> </a:t>
            </a:r>
            <a:r>
              <a:rPr lang="es-ES" sz="1100" dirty="0" err="1"/>
              <a:t>promotion</a:t>
            </a:r>
            <a:r>
              <a:rPr lang="es-ES" sz="1100" dirty="0"/>
              <a:t> </a:t>
            </a:r>
            <a:r>
              <a:rPr lang="es-ES" sz="1100" dirty="0" err="1"/>
              <a:t>process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Approval</a:t>
            </a:r>
            <a:r>
              <a:rPr lang="es-ES" sz="1100" dirty="0"/>
              <a:t> </a:t>
            </a:r>
            <a:r>
              <a:rPr lang="es-ES" sz="1100" dirty="0" err="1"/>
              <a:t>workflows</a:t>
            </a:r>
            <a:r>
              <a:rPr lang="es-ES" sz="1100" dirty="0"/>
              <a:t> </a:t>
            </a:r>
            <a:r>
              <a:rPr lang="es-ES" sz="1100" dirty="0" err="1"/>
              <a:t>for</a:t>
            </a:r>
            <a:r>
              <a:rPr lang="es-ES" sz="1100" dirty="0"/>
              <a:t> </a:t>
            </a:r>
            <a:r>
              <a:rPr lang="es-ES" sz="1100" dirty="0" err="1"/>
              <a:t>production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Automated</a:t>
            </a:r>
            <a:r>
              <a:rPr lang="es-ES" sz="1100" dirty="0"/>
              <a:t> </a:t>
            </a:r>
            <a:r>
              <a:rPr lang="es-ES" sz="1100" dirty="0" err="1"/>
              <a:t>rollback</a:t>
            </a:r>
            <a:r>
              <a:rPr lang="es-ES" sz="1100" dirty="0"/>
              <a:t> </a:t>
            </a:r>
            <a:r>
              <a:rPr lang="es-ES" sz="1100" dirty="0" err="1"/>
              <a:t>when</a:t>
            </a:r>
            <a:r>
              <a:rPr lang="es-ES" sz="1100" dirty="0"/>
              <a:t> </a:t>
            </a:r>
            <a:r>
              <a:rPr lang="es-ES" sz="1100" dirty="0" err="1"/>
              <a:t>quality</a:t>
            </a:r>
            <a:r>
              <a:rPr lang="es-ES" sz="1100" dirty="0"/>
              <a:t> </a:t>
            </a:r>
            <a:r>
              <a:rPr lang="es-ES" sz="1100" dirty="0" err="1"/>
              <a:t>drops</a:t>
            </a:r>
            <a:endParaRPr lang="es-ES" sz="1100" dirty="0"/>
          </a:p>
        </p:txBody>
      </p:sp>
      <p:sp>
        <p:nvSpPr>
          <p:cNvPr id="60" name="Google Shape;157;g3b312e66648_0_0">
            <a:extLst>
              <a:ext uri="{FF2B5EF4-FFF2-40B4-BE49-F238E27FC236}">
                <a16:creationId xmlns:a16="http://schemas.microsoft.com/office/drawing/2014/main" id="{5BB848DD-766B-58C9-5A32-202848DAE749}"/>
              </a:ext>
            </a:extLst>
          </p:cNvPr>
          <p:cNvSpPr txBox="1"/>
          <p:nvPr/>
        </p:nvSpPr>
        <p:spPr>
          <a:xfrm>
            <a:off x="7356552" y="1915213"/>
            <a:ext cx="2548625" cy="142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100" b="1" dirty="0" err="1"/>
              <a:t>Execution</a:t>
            </a:r>
            <a:r>
              <a:rPr lang="es-ES" sz="1100" b="1" dirty="0"/>
              <a:t> &amp; Business </a:t>
            </a:r>
            <a:r>
              <a:rPr lang="es-ES" sz="1100" b="1" dirty="0" err="1"/>
              <a:t>Operations</a:t>
            </a:r>
            <a:endParaRPr lang="es-ES" sz="1100" b="1" dirty="0"/>
          </a:p>
          <a:p>
            <a:r>
              <a:rPr lang="es-ES" sz="1100" dirty="0"/>
              <a:t>Once </a:t>
            </a:r>
            <a:r>
              <a:rPr lang="es-ES" sz="1100" dirty="0" err="1"/>
              <a:t>deployed</a:t>
            </a:r>
            <a:r>
              <a:rPr lang="es-ES" sz="1100" dirty="0"/>
              <a:t>, </a:t>
            </a:r>
            <a:r>
              <a:rPr lang="es-ES" sz="1100" dirty="0" err="1"/>
              <a:t>agents</a:t>
            </a:r>
            <a:r>
              <a:rPr lang="es-ES" sz="1100" dirty="0"/>
              <a:t> run </a:t>
            </a:r>
            <a:r>
              <a:rPr lang="es-ES" sz="1100" dirty="0" err="1"/>
              <a:t>within</a:t>
            </a:r>
            <a:r>
              <a:rPr lang="es-ES" sz="1100" dirty="0"/>
              <a:t> Maisa and </a:t>
            </a:r>
            <a:r>
              <a:rPr lang="es-ES" sz="1100" dirty="0" err="1"/>
              <a:t>execute</a:t>
            </a:r>
            <a:r>
              <a:rPr lang="es-ES" sz="1100" dirty="0"/>
              <a:t> </a:t>
            </a:r>
            <a:r>
              <a:rPr lang="es-ES" sz="1100" dirty="0" err="1"/>
              <a:t>enterprise</a:t>
            </a:r>
            <a:r>
              <a:rPr lang="es-ES" sz="1100" dirty="0"/>
              <a:t> </a:t>
            </a:r>
            <a:r>
              <a:rPr lang="es-ES" sz="1100" dirty="0" err="1"/>
              <a:t>workflows</a:t>
            </a:r>
            <a:r>
              <a:rPr lang="es-ES" sz="1100" dirty="0"/>
              <a:t>.</a:t>
            </a:r>
          </a:p>
          <a:p>
            <a:r>
              <a:rPr lang="es-ES" sz="1100" dirty="0"/>
              <a:t>The </a:t>
            </a:r>
            <a:r>
              <a:rPr lang="es-ES" sz="1100" dirty="0" err="1"/>
              <a:t>platform</a:t>
            </a:r>
            <a:r>
              <a:rPr lang="es-ES" sz="1100" dirty="0"/>
              <a:t> </a:t>
            </a:r>
            <a:r>
              <a:rPr lang="es-ES" sz="1100" dirty="0" err="1"/>
              <a:t>handles</a:t>
            </a:r>
            <a:r>
              <a:rPr lang="es-ES" sz="1100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User</a:t>
            </a:r>
            <a:r>
              <a:rPr lang="es-ES" sz="1100" dirty="0"/>
              <a:t> </a:t>
            </a:r>
            <a:r>
              <a:rPr lang="es-ES" sz="1100" dirty="0" err="1"/>
              <a:t>interactions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/>
              <a:t>API </a:t>
            </a:r>
            <a:r>
              <a:rPr lang="es-ES" sz="1100" dirty="0" err="1"/>
              <a:t>execution</a:t>
            </a:r>
            <a:r>
              <a:rPr lang="es-E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/>
              <a:t>Business </a:t>
            </a:r>
            <a:r>
              <a:rPr lang="es-ES" sz="1100" dirty="0" err="1"/>
              <a:t>process</a:t>
            </a:r>
            <a:r>
              <a:rPr lang="es-ES" sz="1100" dirty="0"/>
              <a:t> </a:t>
            </a:r>
            <a:r>
              <a:rPr lang="es-ES" sz="1100" dirty="0" err="1"/>
              <a:t>automation</a:t>
            </a:r>
            <a:endParaRPr lang="es-ES" sz="1100" dirty="0"/>
          </a:p>
        </p:txBody>
      </p:sp>
      <p:sp>
        <p:nvSpPr>
          <p:cNvPr id="61" name="Google Shape;157;g3b312e66648_0_0">
            <a:extLst>
              <a:ext uri="{FF2B5EF4-FFF2-40B4-BE49-F238E27FC236}">
                <a16:creationId xmlns:a16="http://schemas.microsoft.com/office/drawing/2014/main" id="{8DFD81FD-BE79-1AD0-9BCA-899627CCA6BF}"/>
              </a:ext>
            </a:extLst>
          </p:cNvPr>
          <p:cNvSpPr txBox="1"/>
          <p:nvPr/>
        </p:nvSpPr>
        <p:spPr>
          <a:xfrm>
            <a:off x="8955471" y="3900964"/>
            <a:ext cx="3116003" cy="192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100" b="1" dirty="0" err="1"/>
              <a:t>Continuous</a:t>
            </a:r>
            <a:r>
              <a:rPr lang="es-ES" sz="1100" b="1" dirty="0"/>
              <a:t> </a:t>
            </a:r>
            <a:r>
              <a:rPr lang="es-ES" sz="1100" b="1" dirty="0" err="1"/>
              <a:t>Monitoring</a:t>
            </a:r>
            <a:r>
              <a:rPr lang="es-ES" sz="1100" b="1" dirty="0"/>
              <a:t> &amp; Control</a:t>
            </a:r>
          </a:p>
          <a:p>
            <a:r>
              <a:rPr lang="es-ES" sz="1100" dirty="0"/>
              <a:t>CI/CD </a:t>
            </a:r>
            <a:r>
              <a:rPr lang="es-ES" sz="1100" dirty="0" err="1"/>
              <a:t>does</a:t>
            </a:r>
            <a:r>
              <a:rPr lang="es-ES" sz="1100" dirty="0"/>
              <a:t> </a:t>
            </a:r>
            <a:r>
              <a:rPr lang="es-ES" sz="1100" dirty="0" err="1"/>
              <a:t>not</a:t>
            </a:r>
            <a:r>
              <a:rPr lang="es-ES" sz="1100" dirty="0"/>
              <a:t> </a:t>
            </a:r>
            <a:r>
              <a:rPr lang="es-ES" sz="1100" dirty="0" err="1"/>
              <a:t>end</a:t>
            </a:r>
            <a:r>
              <a:rPr lang="es-ES" sz="1100" dirty="0"/>
              <a:t> after </a:t>
            </a:r>
            <a:r>
              <a:rPr lang="es-ES" sz="1100" dirty="0" err="1"/>
              <a:t>deployment</a:t>
            </a:r>
            <a:r>
              <a:rPr lang="es-ES" sz="1100" dirty="0"/>
              <a:t>.</a:t>
            </a:r>
          </a:p>
          <a:p>
            <a:r>
              <a:rPr lang="es-ES" sz="1100" dirty="0" err="1"/>
              <a:t>Organizations</a:t>
            </a:r>
            <a:r>
              <a:rPr lang="es-ES" sz="1100" dirty="0"/>
              <a:t> </a:t>
            </a:r>
            <a:r>
              <a:rPr lang="es-ES" sz="1100" dirty="0" err="1"/>
              <a:t>continuously</a:t>
            </a:r>
            <a:r>
              <a:rPr lang="es-ES" sz="1100" dirty="0"/>
              <a:t> monitor:</a:t>
            </a:r>
          </a:p>
          <a:p>
            <a:r>
              <a:rPr lang="es-ES" sz="1100" b="1" dirty="0" err="1"/>
              <a:t>Technical</a:t>
            </a:r>
            <a:r>
              <a:rPr lang="es-ES" sz="1100" b="1" dirty="0"/>
              <a:t> </a:t>
            </a:r>
            <a:r>
              <a:rPr lang="es-ES" sz="1100" b="1" dirty="0" err="1"/>
              <a:t>metrics</a:t>
            </a:r>
            <a:endParaRPr lang="es-ES" sz="11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Latency</a:t>
            </a:r>
            <a:r>
              <a:rPr lang="es-ES" sz="1100" dirty="0"/>
              <a:t> , </a:t>
            </a:r>
            <a:r>
              <a:rPr lang="es-ES" sz="1100" dirty="0" err="1"/>
              <a:t>failures</a:t>
            </a:r>
            <a:r>
              <a:rPr lang="es-ES" sz="1100" dirty="0"/>
              <a:t>, API </a:t>
            </a:r>
            <a:r>
              <a:rPr lang="es-ES" sz="1100" dirty="0" err="1"/>
              <a:t>health</a:t>
            </a:r>
            <a:r>
              <a:rPr lang="es-ES" sz="1100" dirty="0"/>
              <a:t> </a:t>
            </a:r>
          </a:p>
          <a:p>
            <a:r>
              <a:rPr lang="es-ES" sz="1100" b="1" dirty="0"/>
              <a:t>AI </a:t>
            </a:r>
            <a:r>
              <a:rPr lang="es-ES" sz="1100" b="1" dirty="0" err="1"/>
              <a:t>metrics</a:t>
            </a:r>
            <a:endParaRPr lang="es-ES" sz="11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 err="1"/>
              <a:t>Hallucination</a:t>
            </a:r>
            <a:r>
              <a:rPr lang="es-ES" sz="1100" dirty="0"/>
              <a:t> </a:t>
            </a:r>
            <a:r>
              <a:rPr lang="es-ES" sz="1100" dirty="0" err="1"/>
              <a:t>rate</a:t>
            </a:r>
            <a:r>
              <a:rPr lang="es-ES" sz="1100" dirty="0"/>
              <a:t>, </a:t>
            </a:r>
            <a:r>
              <a:rPr lang="es-ES" sz="1100" dirty="0" err="1"/>
              <a:t>prompt</a:t>
            </a:r>
            <a:r>
              <a:rPr lang="es-ES" sz="1100" dirty="0"/>
              <a:t> </a:t>
            </a:r>
            <a:r>
              <a:rPr lang="es-ES" sz="1100" dirty="0" err="1"/>
              <a:t>drift</a:t>
            </a:r>
            <a:r>
              <a:rPr lang="es-ES" sz="1100" dirty="0"/>
              <a:t>, response </a:t>
            </a:r>
            <a:r>
              <a:rPr lang="es-ES" sz="1100" dirty="0" err="1"/>
              <a:t>consistency</a:t>
            </a:r>
            <a:r>
              <a:rPr lang="es-ES" sz="1100" dirty="0"/>
              <a:t> </a:t>
            </a:r>
          </a:p>
          <a:p>
            <a:r>
              <a:rPr lang="es-ES" sz="1100" b="1" dirty="0" err="1"/>
              <a:t>Governance</a:t>
            </a:r>
            <a:endParaRPr lang="es-ES" sz="11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100" dirty="0"/>
              <a:t>Audit </a:t>
            </a:r>
            <a:r>
              <a:rPr lang="es-ES" sz="1100" dirty="0" err="1"/>
              <a:t>trails</a:t>
            </a:r>
            <a:r>
              <a:rPr lang="es-ES" sz="1100" dirty="0"/>
              <a:t>, </a:t>
            </a:r>
            <a:r>
              <a:rPr lang="es-ES" sz="1100" dirty="0" err="1"/>
              <a:t>approval</a:t>
            </a:r>
            <a:r>
              <a:rPr lang="es-ES" sz="1100" dirty="0"/>
              <a:t> </a:t>
            </a:r>
            <a:r>
              <a:rPr lang="es-ES" sz="1100" dirty="0" err="1"/>
              <a:t>history</a:t>
            </a:r>
            <a:r>
              <a:rPr lang="es-ES" sz="1100" dirty="0"/>
              <a:t>, </a:t>
            </a:r>
            <a:r>
              <a:rPr lang="es-ES" sz="1100" dirty="0" err="1"/>
              <a:t>compliance</a:t>
            </a:r>
            <a:r>
              <a:rPr lang="es-ES" sz="1100" dirty="0"/>
              <a:t> </a:t>
            </a:r>
            <a:r>
              <a:rPr lang="es-ES" sz="1100" dirty="0" err="1"/>
              <a:t>validation</a:t>
            </a:r>
            <a:endParaRPr lang="es-ES" sz="1100" dirty="0"/>
          </a:p>
        </p:txBody>
      </p:sp>
      <p:cxnSp>
        <p:nvCxnSpPr>
          <p:cNvPr id="63" name="Conector angular 62">
            <a:extLst>
              <a:ext uri="{FF2B5EF4-FFF2-40B4-BE49-F238E27FC236}">
                <a16:creationId xmlns:a16="http://schemas.microsoft.com/office/drawing/2014/main" id="{0D5D04DC-08E4-DAF2-1044-C84FE58204B2}"/>
              </a:ext>
            </a:extLst>
          </p:cNvPr>
          <p:cNvCxnSpPr>
            <a:cxnSpLocks/>
            <a:stCxn id="54" idx="2"/>
            <a:endCxn id="55" idx="1"/>
          </p:cNvCxnSpPr>
          <p:nvPr/>
        </p:nvCxnSpPr>
        <p:spPr>
          <a:xfrm rot="16200000" flipH="1">
            <a:off x="830786" y="4261141"/>
            <a:ext cx="2076666" cy="4123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9" name="Conector angular 258">
            <a:extLst>
              <a:ext uri="{FF2B5EF4-FFF2-40B4-BE49-F238E27FC236}">
                <a16:creationId xmlns:a16="http://schemas.microsoft.com/office/drawing/2014/main" id="{4DD3E046-D4B2-F6D0-81DE-1F7D61AD13E6}"/>
              </a:ext>
            </a:extLst>
          </p:cNvPr>
          <p:cNvCxnSpPr>
            <a:cxnSpLocks/>
            <a:stCxn id="3" idx="0"/>
            <a:endCxn id="56" idx="1"/>
          </p:cNvCxnSpPr>
          <p:nvPr/>
        </p:nvCxnSpPr>
        <p:spPr>
          <a:xfrm rot="5400000" flipH="1" flipV="1">
            <a:off x="2809711" y="3401694"/>
            <a:ext cx="1458777" cy="37894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61" name="Conector angular 260">
            <a:extLst>
              <a:ext uri="{FF2B5EF4-FFF2-40B4-BE49-F238E27FC236}">
                <a16:creationId xmlns:a16="http://schemas.microsoft.com/office/drawing/2014/main" id="{DF130920-3634-2AA0-F4EB-D70F9B2B5EEE}"/>
              </a:ext>
            </a:extLst>
          </p:cNvPr>
          <p:cNvCxnSpPr>
            <a:cxnSpLocks/>
            <a:stCxn id="56" idx="2"/>
            <a:endCxn id="57" idx="1"/>
          </p:cNvCxnSpPr>
          <p:nvPr/>
        </p:nvCxnSpPr>
        <p:spPr>
          <a:xfrm rot="16200000" flipH="1">
            <a:off x="4644810" y="4679901"/>
            <a:ext cx="1608002" cy="4108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68" name="Conector angular 267">
            <a:extLst>
              <a:ext uri="{FF2B5EF4-FFF2-40B4-BE49-F238E27FC236}">
                <a16:creationId xmlns:a16="http://schemas.microsoft.com/office/drawing/2014/main" id="{9ABD9BD6-4AC5-C5B2-AFF5-097A35D39974}"/>
              </a:ext>
            </a:extLst>
          </p:cNvPr>
          <p:cNvCxnSpPr>
            <a:stCxn id="12" idx="0"/>
            <a:endCxn id="60" idx="1"/>
          </p:cNvCxnSpPr>
          <p:nvPr/>
        </p:nvCxnSpPr>
        <p:spPr>
          <a:xfrm rot="5400000" flipH="1" flipV="1">
            <a:off x="6173942" y="3028384"/>
            <a:ext cx="1582241" cy="78297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9" name="CuadroTexto 268">
            <a:extLst>
              <a:ext uri="{FF2B5EF4-FFF2-40B4-BE49-F238E27FC236}">
                <a16:creationId xmlns:a16="http://schemas.microsoft.com/office/drawing/2014/main" id="{BF8538E6-01AA-D755-BA29-EB813A14DC3D}"/>
              </a:ext>
            </a:extLst>
          </p:cNvPr>
          <p:cNvSpPr txBox="1"/>
          <p:nvPr/>
        </p:nvSpPr>
        <p:spPr>
          <a:xfrm>
            <a:off x="6852746" y="3930869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dirty="0">
              <a:solidFill>
                <a:srgbClr val="000000"/>
              </a:solidFill>
            </a:endParaRPr>
          </a:p>
        </p:txBody>
      </p:sp>
      <p:cxnSp>
        <p:nvCxnSpPr>
          <p:cNvPr id="272" name="Conector angular 271">
            <a:extLst>
              <a:ext uri="{FF2B5EF4-FFF2-40B4-BE49-F238E27FC236}">
                <a16:creationId xmlns:a16="http://schemas.microsoft.com/office/drawing/2014/main" id="{33F8206F-B707-ED5F-3F07-483FF7E4EA58}"/>
              </a:ext>
            </a:extLst>
          </p:cNvPr>
          <p:cNvCxnSpPr>
            <a:stCxn id="60" idx="2"/>
            <a:endCxn id="61" idx="1"/>
          </p:cNvCxnSpPr>
          <p:nvPr/>
        </p:nvCxnSpPr>
        <p:spPr>
          <a:xfrm rot="16200000" flipH="1">
            <a:off x="8032580" y="3940576"/>
            <a:ext cx="1521177" cy="324606"/>
          </a:xfrm>
          <a:prstGeom prst="bentConnector2">
            <a:avLst/>
          </a:prstGeom>
          <a:ln w="9525" cap="rnd">
            <a:solidFill>
              <a:srgbClr val="9A9A9A"/>
            </a:solidFill>
            <a:prstDash val="solid"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128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219B3-E733-0139-F7C3-27D4D4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32E9B1-5E58-74D0-4BF7-43B0B158E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93" y="365126"/>
            <a:ext cx="11253576" cy="491522"/>
          </a:xfrm>
        </p:spPr>
        <p:txBody>
          <a:bodyPr>
            <a:normAutofit fontScale="90000"/>
          </a:bodyPr>
          <a:lstStyle/>
          <a:p>
            <a:pPr>
              <a:spcBef>
                <a:spcPct val="0"/>
              </a:spcBef>
            </a:pPr>
            <a:r>
              <a:rPr lang="en-US" sz="2000" dirty="0">
                <a:solidFill>
                  <a:schemeClr val="accent3"/>
                </a:solidFill>
              </a:rPr>
              <a:t>CI/CD for Enterprise Low-Code AI Agents |</a:t>
            </a:r>
            <a:r>
              <a:rPr lang="es-ES" sz="2000" dirty="0"/>
              <a:t>Why Maisa Needs CI/CD. The </a:t>
            </a:r>
            <a:r>
              <a:rPr lang="es-ES" sz="2000" dirty="0" err="1"/>
              <a:t>faster</a:t>
            </a:r>
            <a:r>
              <a:rPr lang="es-ES" sz="2000" dirty="0"/>
              <a:t> </a:t>
            </a:r>
            <a:r>
              <a:rPr lang="es-ES" sz="2000" dirty="0" err="1"/>
              <a:t>we</a:t>
            </a:r>
            <a:r>
              <a:rPr lang="es-ES" sz="2000" dirty="0"/>
              <a:t> </a:t>
            </a:r>
            <a:r>
              <a:rPr lang="es-ES" sz="2000" dirty="0" err="1"/>
              <a:t>create</a:t>
            </a:r>
            <a:r>
              <a:rPr lang="es-ES" sz="2000" dirty="0"/>
              <a:t> </a:t>
            </a:r>
            <a:r>
              <a:rPr lang="es-ES" sz="2000" dirty="0" err="1"/>
              <a:t>agents</a:t>
            </a:r>
            <a:r>
              <a:rPr lang="es-ES" sz="2000" dirty="0"/>
              <a:t>, </a:t>
            </a:r>
            <a:r>
              <a:rPr lang="es-ES" sz="2000" dirty="0" err="1"/>
              <a:t>the</a:t>
            </a:r>
            <a:r>
              <a:rPr lang="es-ES" sz="2000" dirty="0"/>
              <a:t> more </a:t>
            </a:r>
            <a:r>
              <a:rPr lang="es-ES" sz="2000" dirty="0" err="1"/>
              <a:t>important</a:t>
            </a:r>
            <a:r>
              <a:rPr lang="es-ES" sz="2000" dirty="0"/>
              <a:t> </a:t>
            </a:r>
            <a:r>
              <a:rPr lang="es-ES" sz="2000" dirty="0" err="1"/>
              <a:t>deployment</a:t>
            </a:r>
            <a:r>
              <a:rPr lang="es-ES" sz="2000" dirty="0"/>
              <a:t> </a:t>
            </a:r>
            <a:r>
              <a:rPr lang="es-ES" sz="2000" dirty="0" err="1"/>
              <a:t>governance</a:t>
            </a:r>
            <a:r>
              <a:rPr lang="es-ES" sz="2000" dirty="0"/>
              <a:t> </a:t>
            </a:r>
            <a:r>
              <a:rPr lang="es-ES" sz="2000" dirty="0" err="1"/>
              <a:t>becomes</a:t>
            </a:r>
            <a:r>
              <a:rPr lang="es-ES" sz="2000" dirty="0"/>
              <a:t>.</a:t>
            </a:r>
            <a:br>
              <a:rPr lang="es-ES" sz="2000" dirty="0"/>
            </a:br>
            <a:endParaRPr lang="en-US" sz="2000" noProof="0" dirty="0">
              <a:latin typeface="+mj-lt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E4E1B5D-424F-6DE8-7931-C8970C187627}"/>
              </a:ext>
            </a:extLst>
          </p:cNvPr>
          <p:cNvSpPr/>
          <p:nvPr/>
        </p:nvSpPr>
        <p:spPr>
          <a:xfrm>
            <a:off x="5171970" y="75105"/>
            <a:ext cx="1008000" cy="211626"/>
          </a:xfrm>
          <a:prstGeom prst="rect">
            <a:avLst/>
          </a:prstGeom>
          <a:solidFill>
            <a:schemeClr val="dk2"/>
          </a:solidFill>
          <a:ln w="9525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SzPts val="1400"/>
            </a:pPr>
            <a:r>
              <a:rPr lang="en-US" sz="1200" b="1" noProof="0">
                <a:solidFill>
                  <a:schemeClr val="bg1"/>
                </a:solidFill>
              </a:rPr>
              <a:t>DRAFT</a:t>
            </a:r>
            <a:endParaRPr lang="en-US" sz="1200" b="1" noProof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23D1422-1042-D381-447B-D26B262325AB}"/>
              </a:ext>
            </a:extLst>
          </p:cNvPr>
          <p:cNvSpPr txBox="1">
            <a:spLocks/>
          </p:cNvSpPr>
          <p:nvPr/>
        </p:nvSpPr>
        <p:spPr>
          <a:xfrm>
            <a:off x="134754" y="17538"/>
            <a:ext cx="10741347" cy="34964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284400" indent="-1728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2pPr>
            <a:lvl3pPr marL="511200" indent="-165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Trebuchet MS" panose="020B0603020202020204" pitchFamily="34" charset="0"/>
              <a:buChar char="–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kern="12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5pPr>
            <a:lvl6pPr marL="269875" indent="-1524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6pPr>
            <a:lvl7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4400" kern="1200" baseline="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5400" kern="1200" baseline="0" smtClean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2400" kern="1200" baseline="0" dirty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600" noProof="0">
                <a:solidFill>
                  <a:srgbClr val="EB0000"/>
                </a:solidFill>
              </a:rPr>
              <a:t>Taxonomy</a:t>
            </a:r>
            <a:endParaRPr lang="en-US" sz="1100" noProof="0"/>
          </a:p>
        </p:txBody>
      </p:sp>
      <p:sp>
        <p:nvSpPr>
          <p:cNvPr id="300" name="CuadroTexto 299">
            <a:extLst>
              <a:ext uri="{FF2B5EF4-FFF2-40B4-BE49-F238E27FC236}">
                <a16:creationId xmlns:a16="http://schemas.microsoft.com/office/drawing/2014/main" id="{019E5DFB-B2D8-5576-739B-B441D787BC1B}"/>
              </a:ext>
            </a:extLst>
          </p:cNvPr>
          <p:cNvSpPr txBox="1"/>
          <p:nvPr/>
        </p:nvSpPr>
        <p:spPr>
          <a:xfrm>
            <a:off x="8363415" y="-80288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303" name="CuadroTexto 302">
            <a:extLst>
              <a:ext uri="{FF2B5EF4-FFF2-40B4-BE49-F238E27FC236}">
                <a16:creationId xmlns:a16="http://schemas.microsoft.com/office/drawing/2014/main" id="{3002491D-E70C-CC0E-8F25-D7E7C4C445B1}"/>
              </a:ext>
            </a:extLst>
          </p:cNvPr>
          <p:cNvSpPr txBox="1"/>
          <p:nvPr/>
        </p:nvSpPr>
        <p:spPr>
          <a:xfrm>
            <a:off x="8218449" y="-847493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E5DD18A-B97A-E0E2-2F3E-A9A62995A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264022"/>
              </p:ext>
            </p:extLst>
          </p:nvPr>
        </p:nvGraphicFramePr>
        <p:xfrm>
          <a:off x="363993" y="856648"/>
          <a:ext cx="9933371" cy="5593175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865499">
                  <a:extLst>
                    <a:ext uri="{9D8B030D-6E8A-4147-A177-3AD203B41FA5}">
                      <a16:colId xmlns:a16="http://schemas.microsoft.com/office/drawing/2014/main" val="4156659109"/>
                    </a:ext>
                  </a:extLst>
                </a:gridCol>
                <a:gridCol w="2213136">
                  <a:extLst>
                    <a:ext uri="{9D8B030D-6E8A-4147-A177-3AD203B41FA5}">
                      <a16:colId xmlns:a16="http://schemas.microsoft.com/office/drawing/2014/main" val="3212656291"/>
                    </a:ext>
                  </a:extLst>
                </a:gridCol>
                <a:gridCol w="2927368">
                  <a:extLst>
                    <a:ext uri="{9D8B030D-6E8A-4147-A177-3AD203B41FA5}">
                      <a16:colId xmlns:a16="http://schemas.microsoft.com/office/drawing/2014/main" val="4115904131"/>
                    </a:ext>
                  </a:extLst>
                </a:gridCol>
                <a:gridCol w="2927368">
                  <a:extLst>
                    <a:ext uri="{9D8B030D-6E8A-4147-A177-3AD203B41FA5}">
                      <a16:colId xmlns:a16="http://schemas.microsoft.com/office/drawing/2014/main" val="187810216"/>
                    </a:ext>
                  </a:extLst>
                </a:gridCol>
              </a:tblGrid>
              <a:tr h="25451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Current Problem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1" noProof="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1" kern="120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1" kern="120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799150"/>
                  </a:ext>
                </a:extLst>
              </a:tr>
              <a:tr h="240374">
                <a:tc vMerge="1"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noProof="0">
                        <a:solidFill>
                          <a:schemeClr val="accent6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Current Risk / Impact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CI/CD Solution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noProof="0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Expected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90411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Unmanaged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workers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in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Production</a:t>
                      </a:r>
                      <a:endParaRPr lang="es-ES" sz="1100" b="0" i="0" u="none" strike="noStrike" kern="1200" cap="none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No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visibility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of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what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is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deployed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in PROD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1"/>
                        <a:t>Version-controlled deployments (Git + release tracking)</a:t>
                      </a:r>
                      <a:endParaRPr lang="es-ES" sz="900"/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Full traceability of deployed workers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2910372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100" b="0" i="0" u="none" strike="noStrike" kern="1200" cap="none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Manual deployments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Nobody knows exactly what changed or when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1"/>
                        <a:t>Automated deployment pipelines</a:t>
                      </a:r>
                      <a:endParaRPr lang="es-ES" sz="900"/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Repeatable and auditable deployments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9945166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PRE and PROD running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different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Maisa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versions</a:t>
                      </a:r>
                      <a:endParaRPr lang="es-ES" sz="1100" b="0" i="0" u="none" strike="noStrike" kern="1200" cap="none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Workers may fail after deployment due to platform incompatibilities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1" dirty="0" err="1"/>
                        <a:t>Environment</a:t>
                      </a:r>
                      <a:r>
                        <a:rPr lang="es-ES" sz="900" b="1" dirty="0"/>
                        <a:t> </a:t>
                      </a:r>
                      <a:r>
                        <a:rPr lang="es-ES" sz="900" b="1" dirty="0" err="1"/>
                        <a:t>compatibility</a:t>
                      </a:r>
                      <a:r>
                        <a:rPr lang="es-ES" sz="900" b="1" dirty="0"/>
                        <a:t> </a:t>
                      </a:r>
                      <a:r>
                        <a:rPr lang="es-ES" sz="900" b="1" dirty="0" err="1"/>
                        <a:t>validation</a:t>
                      </a:r>
                      <a:r>
                        <a:rPr lang="es-ES" sz="900" b="1" dirty="0"/>
                        <a:t> </a:t>
                      </a:r>
                      <a:r>
                        <a:rPr lang="es-ES" sz="900" b="1" dirty="0" err="1"/>
                        <a:t>before</a:t>
                      </a:r>
                      <a:r>
                        <a:rPr lang="es-ES" sz="900" b="1" dirty="0"/>
                        <a:t> </a:t>
                      </a:r>
                      <a:r>
                        <a:rPr lang="es-ES" sz="900" b="1" dirty="0" err="1"/>
                        <a:t>release</a:t>
                      </a:r>
                      <a:endParaRPr lang="es-ES" sz="900" dirty="0"/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Safer promotion between environments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8522460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No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validation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of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agents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/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workers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/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prompts</a:t>
                      </a:r>
                      <a:endParaRPr lang="es-ES" sz="1100" b="0" i="0" u="none" strike="noStrike" kern="1200" cap="none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Errors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discovered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directly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in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Production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.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Differences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between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different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agents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with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the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same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prompt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.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1" dirty="0" err="1"/>
                        <a:t>Automated</a:t>
                      </a:r>
                      <a:r>
                        <a:rPr lang="es-ES" sz="900" b="1" dirty="0"/>
                        <a:t> </a:t>
                      </a:r>
                      <a:r>
                        <a:rPr lang="es-ES" sz="900" b="1" dirty="0" err="1"/>
                        <a:t>validation</a:t>
                      </a:r>
                      <a:r>
                        <a:rPr lang="es-ES" sz="900" b="1" dirty="0"/>
                        <a:t> + </a:t>
                      </a:r>
                      <a:r>
                        <a:rPr lang="es-ES" sz="900" b="1" dirty="0" err="1"/>
                        <a:t>black</a:t>
                      </a:r>
                      <a:r>
                        <a:rPr lang="es-ES" sz="900" b="1" dirty="0"/>
                        <a:t>-box </a:t>
                      </a:r>
                      <a:r>
                        <a:rPr lang="es-ES" sz="900" b="1" dirty="0" err="1"/>
                        <a:t>testing</a:t>
                      </a:r>
                      <a:endParaRPr lang="es-ES" sz="900" dirty="0"/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Fewer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production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incidents</a:t>
                      </a:r>
                      <a:endParaRPr lang="es-ES" sz="9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1367000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Ungoverned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versioning</a:t>
                      </a:r>
                      <a:endParaRPr lang="es-ES" sz="1100" b="0" i="0" u="none" strike="noStrike" kern="1200" cap="none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Difficult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rollback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and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unclear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ownership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of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changes</a:t>
                      </a:r>
                      <a:endParaRPr lang="es-ES" sz="9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1"/>
                        <a:t>Controlled versioning and release management</a:t>
                      </a:r>
                      <a:endParaRPr lang="es-ES" sz="900"/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Reliable rollback and full change history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3375382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100" b="0" i="0" u="none" strike="noStrike" kern="1200" cap="none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No controlled movement between environments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Non-audited and unsecured deployments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1"/>
                        <a:t>Approval gates + secure environment promotion</a:t>
                      </a:r>
                      <a:endParaRPr lang="es-ES" sz="900"/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Governed and secure releases</a:t>
                      </a: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3971490"/>
                  </a:ext>
                </a:extLst>
              </a:tr>
              <a:tr h="7228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300+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agents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cannot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be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managed</a:t>
                      </a:r>
                      <a:r>
                        <a:rPr lang="es-ES" sz="1100" b="0" i="0" u="none" strike="noStrike" kern="1200" cap="none" dirty="0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1100" b="0" i="0" u="none" strike="noStrike" kern="1200" cap="none" dirty="0" err="1">
                          <a:solidFill>
                            <a:schemeClr val="accent6"/>
                          </a:solidFill>
                          <a:latin typeface="+mn-lt"/>
                          <a:ea typeface="Lato"/>
                          <a:cs typeface="Lato"/>
                        </a:rPr>
                        <a:t>manually</a:t>
                      </a:r>
                      <a:endParaRPr lang="es-ES" sz="1100" b="0" i="0" u="none" strike="noStrike" kern="1200" cap="none" dirty="0">
                        <a:solidFill>
                          <a:schemeClr val="accent6"/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Operational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bottleneck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and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high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dependency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on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experts</a:t>
                      </a:r>
                      <a:endParaRPr lang="es-ES" sz="9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1" dirty="0" err="1"/>
                        <a:t>Standardized</a:t>
                      </a:r>
                      <a:r>
                        <a:rPr lang="es-ES" sz="900" b="1" dirty="0"/>
                        <a:t> CI/CD </a:t>
                      </a:r>
                      <a:r>
                        <a:rPr lang="es-ES" sz="900" b="1" dirty="0" err="1"/>
                        <a:t>lifecycle</a:t>
                      </a:r>
                      <a:endParaRPr lang="es-ES" sz="900" dirty="0"/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Scalable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agent</a:t>
                      </a:r>
                      <a:r>
                        <a:rPr lang="es-ES" sz="9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 </a:t>
                      </a:r>
                      <a:r>
                        <a:rPr lang="es-ES" sz="900" b="0" kern="12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Lato"/>
                          <a:cs typeface="Lato"/>
                        </a:rPr>
                        <a:t>operations</a:t>
                      </a:r>
                      <a:endParaRPr lang="es-ES" sz="9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Lato"/>
                        <a:cs typeface="Lato"/>
                      </a:endParaRPr>
                    </a:p>
                  </a:txBody>
                  <a:tcPr marL="62767" marR="62767" marT="31384" marB="3138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445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365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7B507-4FF4-1ED1-57C9-DDDD9F8F1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82CBBE-71E0-0D25-60C3-F16535B72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93" y="365126"/>
            <a:ext cx="11253576" cy="491522"/>
          </a:xfrm>
        </p:spPr>
        <p:txBody>
          <a:bodyPr>
            <a:normAutofit fontScale="90000"/>
          </a:bodyPr>
          <a:lstStyle/>
          <a:p>
            <a:pPr>
              <a:spcBef>
                <a:spcPct val="0"/>
              </a:spcBef>
            </a:pPr>
            <a:r>
              <a:rPr lang="en-US" sz="2000" dirty="0">
                <a:solidFill>
                  <a:schemeClr val="accent3"/>
                </a:solidFill>
              </a:rPr>
              <a:t>CI/CD for Enterprise Low-Code AI Agents |</a:t>
            </a:r>
            <a:r>
              <a:rPr lang="es-ES" sz="2000" dirty="0"/>
              <a:t>Current status. Done</a:t>
            </a:r>
            <a:br>
              <a:rPr lang="es-ES" sz="2000" dirty="0"/>
            </a:br>
            <a:endParaRPr lang="en-US" sz="2000" noProof="0" dirty="0">
              <a:latin typeface="+mj-lt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C814D4E-F90E-6A3B-779A-AE466322AACC}"/>
              </a:ext>
            </a:extLst>
          </p:cNvPr>
          <p:cNvSpPr/>
          <p:nvPr/>
        </p:nvSpPr>
        <p:spPr>
          <a:xfrm>
            <a:off x="5171970" y="75105"/>
            <a:ext cx="1008000" cy="211626"/>
          </a:xfrm>
          <a:prstGeom prst="rect">
            <a:avLst/>
          </a:prstGeom>
          <a:solidFill>
            <a:schemeClr val="dk2"/>
          </a:solidFill>
          <a:ln w="9525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SzPts val="1400"/>
            </a:pPr>
            <a:r>
              <a:rPr lang="en-US" sz="1200" b="1" noProof="0">
                <a:solidFill>
                  <a:schemeClr val="bg1"/>
                </a:solidFill>
              </a:rPr>
              <a:t>DRAFT</a:t>
            </a:r>
            <a:endParaRPr lang="en-US" sz="1200" b="1" noProof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7D1F482-630C-1A0E-9259-F34F03B144FA}"/>
              </a:ext>
            </a:extLst>
          </p:cNvPr>
          <p:cNvSpPr txBox="1">
            <a:spLocks/>
          </p:cNvSpPr>
          <p:nvPr/>
        </p:nvSpPr>
        <p:spPr>
          <a:xfrm>
            <a:off x="134754" y="17538"/>
            <a:ext cx="10741347" cy="34964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284400" indent="-1728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2pPr>
            <a:lvl3pPr marL="511200" indent="-165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Trebuchet MS" panose="020B0603020202020204" pitchFamily="34" charset="0"/>
              <a:buChar char="–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kern="12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5pPr>
            <a:lvl6pPr marL="269875" indent="-1524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6pPr>
            <a:lvl7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4400" kern="1200" baseline="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5400" kern="1200" baseline="0" smtClean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2400" kern="1200" baseline="0" dirty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600" noProof="0">
                <a:solidFill>
                  <a:srgbClr val="EB0000"/>
                </a:solidFill>
              </a:rPr>
              <a:t>Taxonomy</a:t>
            </a:r>
            <a:endParaRPr lang="en-US" sz="1100" noProof="0"/>
          </a:p>
        </p:txBody>
      </p:sp>
      <p:sp>
        <p:nvSpPr>
          <p:cNvPr id="300" name="CuadroTexto 299">
            <a:extLst>
              <a:ext uri="{FF2B5EF4-FFF2-40B4-BE49-F238E27FC236}">
                <a16:creationId xmlns:a16="http://schemas.microsoft.com/office/drawing/2014/main" id="{759691FD-66F0-B406-343B-75521547BE18}"/>
              </a:ext>
            </a:extLst>
          </p:cNvPr>
          <p:cNvSpPr txBox="1"/>
          <p:nvPr/>
        </p:nvSpPr>
        <p:spPr>
          <a:xfrm>
            <a:off x="8363415" y="-80288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303" name="CuadroTexto 302">
            <a:extLst>
              <a:ext uri="{FF2B5EF4-FFF2-40B4-BE49-F238E27FC236}">
                <a16:creationId xmlns:a16="http://schemas.microsoft.com/office/drawing/2014/main" id="{2EACF1C0-C215-43D5-3C06-CAAED46A6C3B}"/>
              </a:ext>
            </a:extLst>
          </p:cNvPr>
          <p:cNvSpPr txBox="1"/>
          <p:nvPr/>
        </p:nvSpPr>
        <p:spPr>
          <a:xfrm>
            <a:off x="8218449" y="-847493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249F57F-FA73-C8F7-9537-FCCBAFBCB4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6" b="35570"/>
          <a:stretch>
            <a:fillRect/>
          </a:stretch>
        </p:blipFill>
        <p:spPr>
          <a:xfrm>
            <a:off x="658625" y="2023756"/>
            <a:ext cx="6305846" cy="2810488"/>
          </a:xfrm>
          <a:prstGeom prst="rect">
            <a:avLst/>
          </a:prstGeom>
        </p:spPr>
      </p:pic>
      <p:sp>
        <p:nvSpPr>
          <p:cNvPr id="6" name="Google Shape;157;g3b312e66648_0_0">
            <a:extLst>
              <a:ext uri="{FF2B5EF4-FFF2-40B4-BE49-F238E27FC236}">
                <a16:creationId xmlns:a16="http://schemas.microsoft.com/office/drawing/2014/main" id="{AC079D1D-DA46-4743-8477-78A0B5DB1671}"/>
              </a:ext>
            </a:extLst>
          </p:cNvPr>
          <p:cNvSpPr txBox="1"/>
          <p:nvPr/>
        </p:nvSpPr>
        <p:spPr>
          <a:xfrm>
            <a:off x="8216436" y="1870378"/>
            <a:ext cx="3116003" cy="3117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400" b="1" dirty="0" err="1"/>
              <a:t>Export</a:t>
            </a:r>
            <a:r>
              <a:rPr lang="es-ES" sz="1400" b="1" dirty="0"/>
              <a:t> </a:t>
            </a:r>
            <a:r>
              <a:rPr lang="es-ES" sz="1400" b="1" dirty="0" err="1"/>
              <a:t>agent</a:t>
            </a:r>
            <a:endParaRPr lang="es-ES" sz="1400" b="1" dirty="0"/>
          </a:p>
          <a:p>
            <a:endParaRPr lang="es-ES" sz="1400" b="1" dirty="0"/>
          </a:p>
          <a:p>
            <a:r>
              <a:rPr lang="es-ES" sz="1400" dirty="0"/>
              <a:t>Right </a:t>
            </a:r>
            <a:r>
              <a:rPr lang="es-ES" sz="1400" dirty="0" err="1"/>
              <a:t>now</a:t>
            </a:r>
            <a:r>
              <a:rPr lang="es-ES" sz="1400" dirty="0"/>
              <a:t>, </a:t>
            </a:r>
            <a:r>
              <a:rPr lang="es-ES" sz="1400" dirty="0" err="1"/>
              <a:t>we</a:t>
            </a:r>
            <a:r>
              <a:rPr lang="es-ES" sz="1400" dirty="0"/>
              <a:t> are </a:t>
            </a:r>
            <a:r>
              <a:rPr lang="es-ES" sz="1400" dirty="0" err="1"/>
              <a:t>able</a:t>
            </a:r>
            <a:r>
              <a:rPr lang="es-ES" sz="1400" dirty="0"/>
              <a:t> </a:t>
            </a:r>
            <a:r>
              <a:rPr lang="es-ES" sz="1400" dirty="0" err="1"/>
              <a:t>to</a:t>
            </a:r>
            <a:r>
              <a:rPr lang="es-ES" sz="1400" dirty="0"/>
              <a:t> </a:t>
            </a:r>
            <a:r>
              <a:rPr lang="es-ES" sz="1400" dirty="0" err="1"/>
              <a:t>export</a:t>
            </a:r>
            <a:r>
              <a:rPr lang="es-ES" sz="1400" dirty="0"/>
              <a:t> </a:t>
            </a:r>
            <a:r>
              <a:rPr lang="es-ES" sz="1400" dirty="0" err="1"/>
              <a:t>two</a:t>
            </a:r>
            <a:r>
              <a:rPr lang="es-ES" sz="1400" dirty="0"/>
              <a:t> </a:t>
            </a:r>
            <a:r>
              <a:rPr lang="es-ES" sz="1400" dirty="0" err="1"/>
              <a:t>different</a:t>
            </a:r>
            <a:r>
              <a:rPr lang="es-ES" sz="1400" dirty="0"/>
              <a:t> </a:t>
            </a:r>
            <a:r>
              <a:rPr lang="es-ES" sz="1400" dirty="0" err="1"/>
              <a:t>things</a:t>
            </a:r>
            <a:r>
              <a:rPr lang="es-ES" sz="1400" dirty="0"/>
              <a:t> </a:t>
            </a:r>
            <a:r>
              <a:rPr lang="es-ES" sz="1400" dirty="0" err="1"/>
              <a:t>from</a:t>
            </a:r>
            <a:r>
              <a:rPr lang="es-ES" sz="1400" dirty="0"/>
              <a:t> GitHub </a:t>
            </a:r>
            <a:r>
              <a:rPr lang="es-ES" sz="1400" dirty="0" err="1"/>
              <a:t>Actions</a:t>
            </a:r>
            <a:r>
              <a:rPr lang="es-ES" sz="1400" dirty="0"/>
              <a:t>:</a:t>
            </a:r>
          </a:p>
          <a:p>
            <a:endParaRPr lang="es-E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400" dirty="0" err="1"/>
              <a:t>export-config-agents.yml</a:t>
            </a:r>
            <a:r>
              <a:rPr lang="es-ES" sz="1400" dirty="0"/>
              <a:t>: Exports </a:t>
            </a:r>
            <a:r>
              <a:rPr lang="es-ES" sz="1400" dirty="0" err="1"/>
              <a:t>the</a:t>
            </a:r>
            <a:r>
              <a:rPr lang="es-ES" sz="1400" dirty="0"/>
              <a:t> </a:t>
            </a:r>
            <a:r>
              <a:rPr lang="es-ES" sz="1400" dirty="0" err="1"/>
              <a:t>worker</a:t>
            </a:r>
            <a:r>
              <a:rPr lang="es-ES" sz="1400" dirty="0"/>
              <a:t> manager </a:t>
            </a:r>
            <a:r>
              <a:rPr lang="es-ES" sz="1400" dirty="0" err="1"/>
              <a:t>config</a:t>
            </a:r>
            <a:r>
              <a:rPr lang="es-ES" sz="1400" dirty="0"/>
              <a:t> JSON (</a:t>
            </a:r>
            <a:r>
              <a:rPr lang="es-ES" sz="1400" dirty="0" err="1"/>
              <a:t>name</a:t>
            </a:r>
            <a:r>
              <a:rPr lang="es-ES" sz="1400" dirty="0"/>
              <a:t>, status, </a:t>
            </a:r>
            <a:r>
              <a:rPr lang="es-ES" sz="1400" dirty="0" err="1"/>
              <a:t>model</a:t>
            </a:r>
            <a:r>
              <a:rPr lang="es-ES" sz="1400" dirty="0"/>
              <a:t>, </a:t>
            </a:r>
            <a:r>
              <a:rPr lang="es-ES" sz="1400" dirty="0" err="1"/>
              <a:t>instructions</a:t>
            </a:r>
            <a:r>
              <a:rPr lang="es-ES" sz="1400" dirty="0"/>
              <a:t>, etc.) in a </a:t>
            </a:r>
            <a:r>
              <a:rPr lang="es-ES" sz="1400" dirty="0" err="1"/>
              <a:t>json</a:t>
            </a:r>
            <a:r>
              <a:rPr lang="es-ES" sz="1400" dirty="0"/>
              <a:t> file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400" dirty="0" err="1"/>
              <a:t>export-agents.yml</a:t>
            </a:r>
            <a:r>
              <a:rPr lang="es-ES" sz="1400" dirty="0"/>
              <a:t>: </a:t>
            </a:r>
            <a:r>
              <a:rPr lang="es-ES" sz="1400" dirty="0" err="1"/>
              <a:t>Calls</a:t>
            </a:r>
            <a:r>
              <a:rPr lang="es-ES" sz="1400" dirty="0"/>
              <a:t> GET /</a:t>
            </a:r>
            <a:r>
              <a:rPr lang="es-ES" sz="1400" dirty="0" err="1"/>
              <a:t>maisa-bff</a:t>
            </a:r>
            <a:r>
              <a:rPr lang="es-ES" sz="1400" dirty="0"/>
              <a:t>/</a:t>
            </a:r>
            <a:r>
              <a:rPr lang="es-ES" sz="1400" dirty="0" err="1"/>
              <a:t>workers</a:t>
            </a:r>
            <a:r>
              <a:rPr lang="es-ES" sz="1400" dirty="0"/>
              <a:t>/{</a:t>
            </a:r>
            <a:r>
              <a:rPr lang="es-ES" sz="1400" dirty="0" err="1"/>
              <a:t>lastVersionId</a:t>
            </a:r>
            <a:r>
              <a:rPr lang="es-ES" sz="1400" dirty="0"/>
              <a:t>}/</a:t>
            </a:r>
            <a:r>
              <a:rPr lang="es-ES" sz="1400" dirty="0" err="1"/>
              <a:t>export</a:t>
            </a:r>
            <a:r>
              <a:rPr lang="es-ES" sz="1400" dirty="0"/>
              <a:t> </a:t>
            </a:r>
            <a:r>
              <a:rPr lang="es-ES" sz="1400" dirty="0" err="1"/>
              <a:t>to</a:t>
            </a:r>
            <a:r>
              <a:rPr lang="es-ES" sz="1400" dirty="0"/>
              <a:t> </a:t>
            </a:r>
            <a:r>
              <a:rPr lang="es-ES" sz="1400" dirty="0" err="1"/>
              <a:t>export</a:t>
            </a:r>
            <a:r>
              <a:rPr lang="es-ES" sz="1400" dirty="0"/>
              <a:t> </a:t>
            </a:r>
            <a:r>
              <a:rPr lang="es-ES" sz="1400" dirty="0" err="1"/>
              <a:t>the</a:t>
            </a:r>
            <a:r>
              <a:rPr lang="es-ES" sz="1400" dirty="0"/>
              <a:t> full </a:t>
            </a:r>
            <a:r>
              <a:rPr lang="es-ES" sz="1400" dirty="0" err="1"/>
              <a:t>agent</a:t>
            </a:r>
            <a:r>
              <a:rPr lang="es-ES" sz="1400" dirty="0"/>
              <a:t> </a:t>
            </a:r>
            <a:r>
              <a:rPr lang="es-ES" sz="1400" dirty="0" err="1"/>
              <a:t>binary</a:t>
            </a:r>
            <a:r>
              <a:rPr lang="es-ES" sz="1400" dirty="0"/>
              <a:t> </a:t>
            </a:r>
            <a:r>
              <a:rPr lang="es-ES" sz="1400" dirty="0" err="1"/>
              <a:t>export</a:t>
            </a:r>
            <a:r>
              <a:rPr lang="es-ES" sz="1400" dirty="0"/>
              <a:t> in a b64 file</a:t>
            </a:r>
          </a:p>
          <a:p>
            <a:r>
              <a:rPr lang="es-ES" sz="1100" b="1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899697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F46C0-A50E-DF2B-6913-2C54125D4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0C3261-37E9-CF66-C3D4-3054EF915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93" y="365126"/>
            <a:ext cx="11253576" cy="491522"/>
          </a:xfrm>
        </p:spPr>
        <p:txBody>
          <a:bodyPr>
            <a:normAutofit fontScale="90000"/>
          </a:bodyPr>
          <a:lstStyle/>
          <a:p>
            <a:pPr>
              <a:spcBef>
                <a:spcPct val="0"/>
              </a:spcBef>
            </a:pPr>
            <a:r>
              <a:rPr lang="en-US" sz="2000" dirty="0">
                <a:solidFill>
                  <a:schemeClr val="accent3"/>
                </a:solidFill>
              </a:rPr>
              <a:t>CI/CD for Enterprise Low-Code AI Agents |</a:t>
            </a:r>
            <a:r>
              <a:rPr lang="es-ES" sz="2000" dirty="0"/>
              <a:t>Current status. </a:t>
            </a:r>
            <a:r>
              <a:rPr lang="es-ES" sz="2000" dirty="0" err="1"/>
              <a:t>To</a:t>
            </a:r>
            <a:r>
              <a:rPr lang="es-ES" sz="2000" dirty="0"/>
              <a:t> DO</a:t>
            </a:r>
            <a:br>
              <a:rPr lang="es-ES" sz="2000" dirty="0"/>
            </a:br>
            <a:endParaRPr lang="en-US" sz="2000" noProof="0" dirty="0">
              <a:latin typeface="+mj-lt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0A7E3D6-389F-6DC5-45A5-924FCA60DB36}"/>
              </a:ext>
            </a:extLst>
          </p:cNvPr>
          <p:cNvSpPr/>
          <p:nvPr/>
        </p:nvSpPr>
        <p:spPr>
          <a:xfrm>
            <a:off x="5171970" y="75105"/>
            <a:ext cx="1008000" cy="211626"/>
          </a:xfrm>
          <a:prstGeom prst="rect">
            <a:avLst/>
          </a:prstGeom>
          <a:solidFill>
            <a:schemeClr val="dk2"/>
          </a:solidFill>
          <a:ln w="9525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SzPts val="1400"/>
            </a:pPr>
            <a:r>
              <a:rPr lang="en-US" sz="1200" b="1" noProof="0">
                <a:solidFill>
                  <a:schemeClr val="bg1"/>
                </a:solidFill>
              </a:rPr>
              <a:t>DRAFT</a:t>
            </a:r>
            <a:endParaRPr lang="en-US" sz="1200" b="1" noProof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12FDAFF-8548-A719-5385-9E01FFA6476B}"/>
              </a:ext>
            </a:extLst>
          </p:cNvPr>
          <p:cNvSpPr txBox="1">
            <a:spLocks/>
          </p:cNvSpPr>
          <p:nvPr/>
        </p:nvSpPr>
        <p:spPr>
          <a:xfrm>
            <a:off x="134754" y="17538"/>
            <a:ext cx="10741347" cy="34964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  <a:lvl2pPr marL="284400" indent="-1728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2pPr>
            <a:lvl3pPr marL="511200" indent="-165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Trebuchet MS" panose="020B0603020202020204" pitchFamily="34" charset="0"/>
              <a:buChar char="–"/>
              <a:defRPr lang="en-US" sz="1200" kern="120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kern="120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16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5pPr>
            <a:lvl6pPr marL="269875" indent="-1524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EB0000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6pPr>
            <a:lvl7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4400" kern="1200" baseline="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5400" kern="1200" baseline="0" smtClean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rgbClr val="EB0000"/>
              </a:buClr>
              <a:buFont typeface="Arial" panose="020B0604020202020204" pitchFamily="34" charset="0"/>
              <a:buChar char="​"/>
              <a:defRPr lang="en-US" sz="2400" kern="1200" baseline="0" dirty="0">
                <a:solidFill>
                  <a:srgbClr val="EB0000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600" noProof="0">
                <a:solidFill>
                  <a:srgbClr val="EB0000"/>
                </a:solidFill>
              </a:rPr>
              <a:t>Taxonomy</a:t>
            </a:r>
            <a:endParaRPr lang="en-US" sz="1100" noProof="0"/>
          </a:p>
        </p:txBody>
      </p:sp>
      <p:sp>
        <p:nvSpPr>
          <p:cNvPr id="300" name="CuadroTexto 299">
            <a:extLst>
              <a:ext uri="{FF2B5EF4-FFF2-40B4-BE49-F238E27FC236}">
                <a16:creationId xmlns:a16="http://schemas.microsoft.com/office/drawing/2014/main" id="{2E087CE8-5D38-3FE3-A85C-5F13D6118630}"/>
              </a:ext>
            </a:extLst>
          </p:cNvPr>
          <p:cNvSpPr txBox="1"/>
          <p:nvPr/>
        </p:nvSpPr>
        <p:spPr>
          <a:xfrm>
            <a:off x="8363415" y="-80288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303" name="CuadroTexto 302">
            <a:extLst>
              <a:ext uri="{FF2B5EF4-FFF2-40B4-BE49-F238E27FC236}">
                <a16:creationId xmlns:a16="http://schemas.microsoft.com/office/drawing/2014/main" id="{A6CE561E-901D-49CD-FB24-325A9827B05A}"/>
              </a:ext>
            </a:extLst>
          </p:cNvPr>
          <p:cNvSpPr txBox="1"/>
          <p:nvPr/>
        </p:nvSpPr>
        <p:spPr>
          <a:xfrm>
            <a:off x="8218449" y="-847493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>
              <a:solidFill>
                <a:srgbClr val="000000"/>
              </a:solidFill>
            </a:endParaRPr>
          </a:p>
        </p:txBody>
      </p:sp>
      <p:sp>
        <p:nvSpPr>
          <p:cNvPr id="6" name="Google Shape;157;g3b312e66648_0_0">
            <a:extLst>
              <a:ext uri="{FF2B5EF4-FFF2-40B4-BE49-F238E27FC236}">
                <a16:creationId xmlns:a16="http://schemas.microsoft.com/office/drawing/2014/main" id="{694D3EE8-D9D9-32AE-3EA1-C1D20DDF8DDC}"/>
              </a:ext>
            </a:extLst>
          </p:cNvPr>
          <p:cNvSpPr txBox="1"/>
          <p:nvPr/>
        </p:nvSpPr>
        <p:spPr>
          <a:xfrm>
            <a:off x="8216436" y="1870378"/>
            <a:ext cx="3116003" cy="3117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s-ES" sz="1400" b="1" dirty="0" err="1"/>
              <a:t>Import</a:t>
            </a:r>
            <a:r>
              <a:rPr lang="es-ES" sz="1400" b="1" dirty="0"/>
              <a:t> </a:t>
            </a:r>
            <a:r>
              <a:rPr lang="es-ES" sz="1400" b="1" dirty="0" err="1"/>
              <a:t>agent</a:t>
            </a:r>
            <a:endParaRPr lang="es-ES" sz="1400" b="1" dirty="0"/>
          </a:p>
          <a:p>
            <a:endParaRPr lang="es-ES" sz="1400" b="1" dirty="0"/>
          </a:p>
          <a:p>
            <a:r>
              <a:rPr lang="es-ES" sz="1400" dirty="0" err="1"/>
              <a:t>We</a:t>
            </a:r>
            <a:r>
              <a:rPr lang="es-ES" sz="1400" dirty="0"/>
              <a:t> </a:t>
            </a:r>
            <a:r>
              <a:rPr lang="es-ES" sz="1400" dirty="0" err="1"/>
              <a:t>have</a:t>
            </a:r>
            <a:r>
              <a:rPr lang="es-ES" sz="1400" dirty="0"/>
              <a:t> </a:t>
            </a:r>
            <a:r>
              <a:rPr lang="es-ES" sz="1400" dirty="0" err="1"/>
              <a:t>to</a:t>
            </a:r>
            <a:r>
              <a:rPr lang="es-ES" sz="1400" dirty="0"/>
              <a:t> </a:t>
            </a:r>
            <a:r>
              <a:rPr lang="es-ES" sz="1400" dirty="0" err="1"/>
              <a:t>implement</a:t>
            </a:r>
            <a:r>
              <a:rPr lang="es-ES" sz="1400" dirty="0"/>
              <a:t> a new </a:t>
            </a:r>
            <a:r>
              <a:rPr lang="es-ES" sz="1400" dirty="0" err="1"/>
              <a:t>workflow</a:t>
            </a:r>
            <a:r>
              <a:rPr lang="es-ES" sz="1400" dirty="0"/>
              <a:t> </a:t>
            </a:r>
            <a:r>
              <a:rPr lang="es-ES" sz="1400" dirty="0" err="1"/>
              <a:t>to</a:t>
            </a:r>
            <a:r>
              <a:rPr lang="es-ES" sz="1400" dirty="0"/>
              <a:t> </a:t>
            </a:r>
            <a:r>
              <a:rPr lang="es-ES" sz="1400" dirty="0" err="1"/>
              <a:t>import</a:t>
            </a:r>
            <a:r>
              <a:rPr lang="es-ES" sz="1400" dirty="0"/>
              <a:t> </a:t>
            </a:r>
            <a:r>
              <a:rPr lang="es-ES" sz="1400" dirty="0" err="1"/>
              <a:t>an</a:t>
            </a:r>
            <a:r>
              <a:rPr lang="es-ES" sz="1400" dirty="0"/>
              <a:t> </a:t>
            </a:r>
            <a:r>
              <a:rPr lang="es-ES" sz="1400" dirty="0" err="1"/>
              <a:t>agent</a:t>
            </a:r>
            <a:r>
              <a:rPr lang="es-ES" sz="1400" dirty="0"/>
              <a:t> in a </a:t>
            </a:r>
            <a:r>
              <a:rPr lang="es-ES" sz="1400" dirty="0" err="1"/>
              <a:t>Noxus</a:t>
            </a:r>
            <a:r>
              <a:rPr lang="es-ES" sz="1400" dirty="0"/>
              <a:t> </a:t>
            </a:r>
            <a:r>
              <a:rPr lang="es-ES" sz="1400" dirty="0" err="1"/>
              <a:t>environment</a:t>
            </a:r>
            <a:r>
              <a:rPr lang="es-ES" sz="1400" dirty="0"/>
              <a:t>. </a:t>
            </a:r>
          </a:p>
          <a:p>
            <a:endParaRPr lang="es-ES" sz="1400" dirty="0"/>
          </a:p>
          <a:p>
            <a:r>
              <a:rPr lang="es-ES" sz="1400" dirty="0" err="1"/>
              <a:t>We</a:t>
            </a:r>
            <a:r>
              <a:rPr lang="es-ES" sz="1400" dirty="0"/>
              <a:t> </a:t>
            </a:r>
            <a:r>
              <a:rPr lang="es-ES" sz="1400" dirty="0" err="1"/>
              <a:t>need</a:t>
            </a:r>
            <a:r>
              <a:rPr lang="es-ES" sz="1400" dirty="0"/>
              <a:t> </a:t>
            </a:r>
            <a:r>
              <a:rPr lang="es-ES" sz="1400" dirty="0" err="1"/>
              <a:t>the</a:t>
            </a:r>
            <a:r>
              <a:rPr lang="es-ES" sz="1400" dirty="0"/>
              <a:t> </a:t>
            </a:r>
            <a:r>
              <a:rPr lang="es-ES" sz="1400" dirty="0" err="1"/>
              <a:t>import</a:t>
            </a:r>
            <a:r>
              <a:rPr lang="es-ES" sz="1400" dirty="0"/>
              <a:t> API </a:t>
            </a:r>
            <a:r>
              <a:rPr lang="es-ES" sz="1400" dirty="0" err="1"/>
              <a:t>specification</a:t>
            </a:r>
            <a:r>
              <a:rPr lang="es-ES" sz="1400" dirty="0"/>
              <a:t>. Right </a:t>
            </a:r>
            <a:r>
              <a:rPr lang="es-ES" sz="1400" dirty="0" err="1"/>
              <a:t>now</a:t>
            </a:r>
            <a:r>
              <a:rPr lang="es-ES" sz="1400" dirty="0"/>
              <a:t>, </a:t>
            </a:r>
            <a:r>
              <a:rPr lang="es-ES" sz="1400" dirty="0" err="1"/>
              <a:t>we</a:t>
            </a:r>
            <a:r>
              <a:rPr lang="es-ES" sz="1400" dirty="0"/>
              <a:t> </a:t>
            </a:r>
            <a:r>
              <a:rPr lang="es-ES" sz="1400" dirty="0" err="1"/>
              <a:t>don’t</a:t>
            </a:r>
            <a:r>
              <a:rPr lang="es-ES" sz="1400" dirty="0"/>
              <a:t> </a:t>
            </a:r>
            <a:r>
              <a:rPr lang="es-ES" sz="1400" dirty="0" err="1"/>
              <a:t>have</a:t>
            </a:r>
            <a:r>
              <a:rPr lang="es-ES" sz="1400" dirty="0"/>
              <a:t> </a:t>
            </a:r>
            <a:r>
              <a:rPr lang="es-ES" sz="1400" dirty="0" err="1"/>
              <a:t>the</a:t>
            </a:r>
            <a:r>
              <a:rPr lang="es-ES" sz="1400" dirty="0"/>
              <a:t> API </a:t>
            </a:r>
            <a:r>
              <a:rPr lang="es-ES" sz="1400" dirty="0" err="1"/>
              <a:t>detail</a:t>
            </a:r>
            <a:r>
              <a:rPr lang="es-ES" sz="1400" dirty="0"/>
              <a:t>.</a:t>
            </a:r>
          </a:p>
          <a:p>
            <a:r>
              <a:rPr lang="es-ES" sz="1100" b="1" dirty="0"/>
              <a:t> 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97D218-6F67-EE24-1EDB-AF1D011AB0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785"/>
          <a:stretch>
            <a:fillRect/>
          </a:stretch>
        </p:blipFill>
        <p:spPr>
          <a:xfrm>
            <a:off x="134754" y="1760527"/>
            <a:ext cx="7772400" cy="3336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546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E8D9090-CBBB-4050-8367-D01DB0ADCE8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70527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E8D9090-CBBB-4050-8367-D01DB0ADCE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56835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A4376E-4A92-372D-7337-EFC741AD5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476554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4188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EE4P_LANGUAGE_ID" val="1033"/>
  <p:tag name="EE4P_MASTERWIZARD_MARGINS" val="0"/>
  <p:tag name="EE4P_STYLE_NAME" val="Santander Grid_v2 16:9"/>
  <p:tag name="EE4P_STYLE_ID" val="QSV7VhCw"/>
  <p:tag name="EE4P_MASTERWIZARD_DRAFT" val="0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0gDn1l7TlyrFhv1Bb7CD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0gDn1l7TlyrFhv1Bb7CD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4YjDp_gQpGci3h5.mPUe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ntander Grid_v2 16:9 - 18899">
  <a:themeElements>
    <a:clrScheme name="Grid Based Theme Color">
      <a:dk1>
        <a:srgbClr val="000000"/>
      </a:dk1>
      <a:lt1>
        <a:srgbClr val="FFFFFF"/>
      </a:lt1>
      <a:dk2>
        <a:srgbClr val="EB0000"/>
      </a:dk2>
      <a:lt2>
        <a:srgbClr val="F2F2F2"/>
      </a:lt2>
      <a:accent1>
        <a:srgbClr val="750000"/>
      </a:accent1>
      <a:accent2>
        <a:srgbClr val="9A0000"/>
      </a:accent2>
      <a:accent3>
        <a:srgbClr val="FFCB32"/>
      </a:accent3>
      <a:accent4>
        <a:srgbClr val="FF5D5D"/>
      </a:accent4>
      <a:accent5>
        <a:srgbClr val="BFBFBF"/>
      </a:accent5>
      <a:accent6>
        <a:srgbClr val="1AB2BB"/>
      </a:accent6>
      <a:hlink>
        <a:srgbClr val="3265FF"/>
      </a:hlink>
      <a:folHlink>
        <a:srgbClr val="954F72"/>
      </a:folHlink>
    </a:clrScheme>
    <a:fontScheme name="Theme Font">
      <a:majorFont>
        <a:latin typeface="Santander Headline"/>
        <a:ea typeface=""/>
        <a:cs typeface=""/>
      </a:majorFont>
      <a:minorFont>
        <a:latin typeface="Santander Headline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B0000"/>
        </a:solidFill>
        <a:ln w="9525" cap="rnd" cmpd="sng" algn="ctr">
          <a:solidFill>
            <a:srgbClr val="EB0000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rgbClr val="9A9A9A"/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rgbClr val="000000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2.xml><?xml version="1.0" encoding="utf-8"?>
<a:theme xmlns:a="http://schemas.openxmlformats.org/drawingml/2006/main" name="Santander Grid_v2 16:9 - 18899">
  <a:themeElements>
    <a:clrScheme name="Grid Based Theme Color">
      <a:dk1>
        <a:srgbClr val="000000"/>
      </a:dk1>
      <a:lt1>
        <a:srgbClr val="FFFFFF"/>
      </a:lt1>
      <a:dk2>
        <a:srgbClr val="EB0000"/>
      </a:dk2>
      <a:lt2>
        <a:srgbClr val="F2F2F2"/>
      </a:lt2>
      <a:accent1>
        <a:srgbClr val="750000"/>
      </a:accent1>
      <a:accent2>
        <a:srgbClr val="9A0000"/>
      </a:accent2>
      <a:accent3>
        <a:srgbClr val="FFCB32"/>
      </a:accent3>
      <a:accent4>
        <a:srgbClr val="FF5D5D"/>
      </a:accent4>
      <a:accent5>
        <a:srgbClr val="BFBFBF"/>
      </a:accent5>
      <a:accent6>
        <a:srgbClr val="1AB2BB"/>
      </a:accent6>
      <a:hlink>
        <a:srgbClr val="3265FF"/>
      </a:hlink>
      <a:folHlink>
        <a:srgbClr val="954F72"/>
      </a:folHlink>
    </a:clrScheme>
    <a:fontScheme name="Theme Font">
      <a:majorFont>
        <a:latin typeface="Santander Headline"/>
        <a:ea typeface=""/>
        <a:cs typeface=""/>
      </a:majorFont>
      <a:minorFont>
        <a:latin typeface="Santander Headline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B0000"/>
        </a:solidFill>
        <a:ln w="9525" cap="rnd" cmpd="sng" algn="ctr">
          <a:solidFill>
            <a:srgbClr val="EB0000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rgbClr val="9A9A9A"/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rgbClr val="000000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3.xml><?xml version="1.0" encoding="utf-8"?>
<a:theme xmlns:a="http://schemas.openxmlformats.org/drawingml/2006/main" name="Office Theme">
  <a:themeElements>
    <a:clrScheme name="BCG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670F31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BCG Colors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FC77E"/>
      </a:hlink>
      <a:folHlink>
        <a:srgbClr val="03522D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ccb5962-013f-4508-9fb0-f76eb466a641" xsi:nil="true"/>
    <lcf76f155ced4ddcb4097134ff3c332f xmlns="c78247f0-4a2e-4ac1-a30d-fa08da0b19a0">
      <Terms xmlns="http://schemas.microsoft.com/office/infopath/2007/PartnerControls"/>
    </lcf76f155ced4ddcb4097134ff3c332f>
    <SharedWithUsers xmlns="8ccb5962-013f-4508-9fb0-f76eb466a641">
      <UserInfo>
        <DisplayName>Carlos Martinez Alandes</DisplayName>
        <AccountId>498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2B28663D164F541A9689950BF5C91E5" ma:contentTypeVersion="13" ma:contentTypeDescription="Create a new document." ma:contentTypeScope="" ma:versionID="bec3bd9f70e2845f891e317abce407d2">
  <xsd:schema xmlns:xsd="http://www.w3.org/2001/XMLSchema" xmlns:xs="http://www.w3.org/2001/XMLSchema" xmlns:p="http://schemas.microsoft.com/office/2006/metadata/properties" xmlns:ns2="c78247f0-4a2e-4ac1-a30d-fa08da0b19a0" xmlns:ns3="8ccb5962-013f-4508-9fb0-f76eb466a641" targetNamespace="http://schemas.microsoft.com/office/2006/metadata/properties" ma:root="true" ma:fieldsID="5309c20e146d994d7887e5e4cd253a34" ns2:_="" ns3:_="">
    <xsd:import namespace="c78247f0-4a2e-4ac1-a30d-fa08da0b19a0"/>
    <xsd:import namespace="8ccb5962-013f-4508-9fb0-f76eb466a64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8247f0-4a2e-4ac1-a30d-fa08da0b19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c1edaf98-933d-48b7-9af8-6bdbb703d0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cb5962-013f-4508-9fb0-f76eb466a64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8fb2b0ca-4cd7-4017-95cb-7cfddf64963a}" ma:internalName="TaxCatchAll" ma:showField="CatchAllData" ma:web="8ccb5962-013f-4508-9fb0-f76eb466a64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70ABEBA-89CC-47B3-83C7-AE4BDA686D73}">
  <ds:schemaRefs>
    <ds:schemaRef ds:uri="8ccb5962-013f-4508-9fb0-f76eb466a641"/>
    <ds:schemaRef ds:uri="c78247f0-4a2e-4ac1-a30d-fa08da0b19a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E4C95F5-52BB-474F-8851-252353D5C0CC}">
  <ds:schemaRefs>
    <ds:schemaRef ds:uri="8ccb5962-013f-4508-9fb0-f76eb466a641"/>
    <ds:schemaRef ds:uri="c78247f0-4a2e-4ac1-a30d-fa08da0b19a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C9017D7-9EDB-4EF8-B755-773145029E7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4183</TotalTime>
  <Words>1094</Words>
  <Application>Microsoft Macintosh PowerPoint</Application>
  <PresentationFormat>Panorámica</PresentationFormat>
  <Paragraphs>203</Paragraphs>
  <Slides>10</Slides>
  <Notes>5</Notes>
  <HiddenSlides>0</HiddenSlides>
  <MMClips>0</MMClips>
  <ScaleCrop>false</ScaleCrop>
  <HeadingPairs>
    <vt:vector size="10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10</vt:i4>
      </vt:variant>
      <vt:variant>
        <vt:lpstr>Presentaciones personalizadas</vt:lpstr>
      </vt:variant>
      <vt:variant>
        <vt:i4>1</vt:i4>
      </vt:variant>
    </vt:vector>
  </HeadingPairs>
  <TitlesOfParts>
    <vt:vector size="20" baseType="lpstr">
      <vt:lpstr>Arial</vt:lpstr>
      <vt:lpstr>Calibri</vt:lpstr>
      <vt:lpstr>Open Sans</vt:lpstr>
      <vt:lpstr>Santander Headline</vt:lpstr>
      <vt:lpstr>Santander Text</vt:lpstr>
      <vt:lpstr>Trebuchet MS</vt:lpstr>
      <vt:lpstr>Santander Grid_v2 16:9 - 18899</vt:lpstr>
      <vt:lpstr>Santander Grid_v2 16:9 - 18899</vt:lpstr>
      <vt:lpstr>think-cell Slide</vt:lpstr>
      <vt:lpstr>CI/CD for Enterprise Low-Code AI Agents </vt:lpstr>
      <vt:lpstr>CI/CD for Enterprise Low-Code AI Agents |Why Maisa Needs CI/CD. The faster we create agents, the more important deployment governance becomes. </vt:lpstr>
      <vt:lpstr>CI/CD for Enterprise Low-Code AI Agents |Why Maisa Needs CI/CD. The faster we create agents, the more important deployment governance becomes. </vt:lpstr>
      <vt:lpstr>CI/CD for Enterprise Low-Code AI Agents |Why Maisa Needs CI/CD. The faster we create agents, the more important deployment governance becomes. </vt:lpstr>
      <vt:lpstr>CI/CD for Enterprise Low-Code AI Agents |Proposed CI/CD Architecture</vt:lpstr>
      <vt:lpstr>CI/CD for Enterprise Low-Code AI Agents |Why Maisa Needs CI/CD. The faster we create agents, the more important deployment governance becomes. </vt:lpstr>
      <vt:lpstr>CI/CD for Enterprise Low-Code AI Agents |Current status. Done </vt:lpstr>
      <vt:lpstr>CI/CD for Enterprise Low-Code AI Agents |Current status. To DO </vt:lpstr>
      <vt:lpstr>Presentación de PowerPoint</vt:lpstr>
      <vt:lpstr>Presentación de PowerPoint</vt:lpstr>
      <vt:lpstr>Format Guide Workshop</vt:lpstr>
    </vt:vector>
  </TitlesOfParts>
  <Company>The Boston Consulting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The Boston Consulting Group</dc:creator>
  <cp:lastModifiedBy>Manero Gutiérrez, Alejandro</cp:lastModifiedBy>
  <cp:revision>7</cp:revision>
  <cp:lastPrinted>2016-04-06T18:59:25Z</cp:lastPrinted>
  <dcterms:created xsi:type="dcterms:W3CDTF">2016-11-04T11:46:04Z</dcterms:created>
  <dcterms:modified xsi:type="dcterms:W3CDTF">2026-06-25T09:39:46Z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 Name">
    <vt:lpwstr>Grid Format</vt:lpwstr>
  </property>
  <property fmtid="{D5CDD505-2E9C-101B-9397-08002B2CF9AE}" pid="3" name="NXPowerLiteLastOptimized">
    <vt:lpwstr>488649</vt:lpwstr>
  </property>
  <property fmtid="{D5CDD505-2E9C-101B-9397-08002B2CF9AE}" pid="4" name="NXPowerLiteSettings">
    <vt:lpwstr>87000AA0054001</vt:lpwstr>
  </property>
  <property fmtid="{D5CDD505-2E9C-101B-9397-08002B2CF9AE}" pid="5" name="NXPowerLiteVersion">
    <vt:lpwstr>D7.1.8</vt:lpwstr>
  </property>
  <property fmtid="{D5CDD505-2E9C-101B-9397-08002B2CF9AE}" pid="6" name="Template Name">
    <vt:lpwstr>16x9</vt:lpwstr>
  </property>
  <property fmtid="{D5CDD505-2E9C-101B-9397-08002B2CF9AE}" pid="7" name="MSIP_Label_b0d5c4f4-7a29-4385-b7a5-afbe2154ae6f_Enabled">
    <vt:lpwstr>true</vt:lpwstr>
  </property>
  <property fmtid="{D5CDD505-2E9C-101B-9397-08002B2CF9AE}" pid="8" name="MSIP_Label_b0d5c4f4-7a29-4385-b7a5-afbe2154ae6f_SetDate">
    <vt:lpwstr>2023-09-29T12:54:59Z</vt:lpwstr>
  </property>
  <property fmtid="{D5CDD505-2E9C-101B-9397-08002B2CF9AE}" pid="9" name="MSIP_Label_b0d5c4f4-7a29-4385-b7a5-afbe2154ae6f_Method">
    <vt:lpwstr>Standard</vt:lpwstr>
  </property>
  <property fmtid="{D5CDD505-2E9C-101B-9397-08002B2CF9AE}" pid="10" name="MSIP_Label_b0d5c4f4-7a29-4385-b7a5-afbe2154ae6f_Name">
    <vt:lpwstr>Confidential</vt:lpwstr>
  </property>
  <property fmtid="{D5CDD505-2E9C-101B-9397-08002B2CF9AE}" pid="11" name="MSIP_Label_b0d5c4f4-7a29-4385-b7a5-afbe2154ae6f_SiteId">
    <vt:lpwstr>2dfb2f0b-4d21-4268-9559-72926144c918</vt:lpwstr>
  </property>
  <property fmtid="{D5CDD505-2E9C-101B-9397-08002B2CF9AE}" pid="12" name="MSIP_Label_b0d5c4f4-7a29-4385-b7a5-afbe2154ae6f_ActionId">
    <vt:lpwstr>3692d404-1d78-4418-b91e-159b5a5789ea</vt:lpwstr>
  </property>
  <property fmtid="{D5CDD505-2E9C-101B-9397-08002B2CF9AE}" pid="13" name="MSIP_Label_b0d5c4f4-7a29-4385-b7a5-afbe2154ae6f_ContentBits">
    <vt:lpwstr>0</vt:lpwstr>
  </property>
  <property fmtid="{D5CDD505-2E9C-101B-9397-08002B2CF9AE}" pid="14" name="ContentTypeId">
    <vt:lpwstr>0x01010052B28663D164F541A9689950BF5C91E5</vt:lpwstr>
  </property>
  <property fmtid="{D5CDD505-2E9C-101B-9397-08002B2CF9AE}" pid="15" name="MediaServiceImageTags">
    <vt:lpwstr/>
  </property>
</Properties>
</file>